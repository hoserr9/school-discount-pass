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DISCOUNT CARD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Review — 2026-2027 Season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LOOKS LIKE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(Front)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32004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(Back) with Unique QR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566160"/>
            <a:ext cx="320040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8404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Version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40480" y="1371600"/>
            <a:ext cx="2103120" cy="325526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5836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QR Code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63040"/>
            <a:ext cx="1645920" cy="16459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0080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gets a different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linking physical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digital.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 AND COSTS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cards x $20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sponsors (est. 3)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sponsors (est. 5)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0040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$1,250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sponsors (est. 3)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0040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3337560"/>
            <a:ext cx="3291840" cy="914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Total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0040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$7,050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Developer (annual)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 (annual)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40664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$60-120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292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printing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budget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40664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0" y="3337560"/>
            <a:ext cx="3291840" cy="914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40664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~$160-220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PREVENTION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Card IDs — no two cards alike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69164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Cardholder's name shown on scan — cashier verifies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19456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— flags 5+ scans in 24hrs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69748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97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scan detection — warns if just used elsewhere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200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deactivation from admin dashboard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Scan</a:t>
            </a:r>
            <a:endParaRPr lang="en-US" sz="9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325880"/>
            <a:ext cx="1737360" cy="225856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2376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Warning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1325880"/>
            <a:ext cx="1737360" cy="17373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don't work — cashiers verify the holder's name on screen and the card's scan history.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 DASHBOARDS &amp; PUSH PROMOTIONS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showing: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visits from cardholders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customer count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Visits by day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Recent scan history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 let you: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Send deals to every cardholder's phone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Lock-screen notification on every iPhone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 updates automatically in Wallet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Promotions can have expiration dates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22960"/>
            <a:ext cx="4389120" cy="25054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&amp; Conditions, Privacy Policy, and Sponsor Agreement govern all data usage.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REQUESTING BOARD APPROVAL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fundraiser. Better experience.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data. Lower cost.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$7K+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57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revenue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943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in Wallets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Board Approval</dc:title>
  <dc:subject>PptxGenJS Presentation</dc:subject>
  <dc:creator>Del Norte HS Football</dc:creator>
  <cp:lastModifiedBy>Del Norte HS Football</cp:lastModifiedBy>
  <cp:revision>1</cp:revision>
  <dcterms:created xsi:type="dcterms:W3CDTF">2026-04-01T19:24:01Z</dcterms:created>
  <dcterms:modified xsi:type="dcterms:W3CDTF">2026-04-01T19:24:01Z</dcterms:modified>
</cp:coreProperties>
</file>