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0" y="274320"/>
            <a:ext cx="201168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400" kern="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MODERNIZING THE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31520" y="155448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NIGHTHAWK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DISCOUNT CARD</a:t>
            </a:r>
            <a:endParaRPr lang="en-US" sz="4200" dirty="0"/>
          </a:p>
        </p:txBody>
      </p:sp>
      <p:sp>
        <p:nvSpPr>
          <p:cNvPr id="6" name="Shape 3"/>
          <p:cNvSpPr/>
          <p:nvPr/>
        </p:nvSpPr>
        <p:spPr>
          <a:xfrm>
            <a:off x="731520" y="3200400"/>
            <a:ext cx="22860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34747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 High School Football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Review — 2026-2027 Season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IT LOOKS LIKE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 (Front)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371600"/>
            <a:ext cx="3200400" cy="1828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3291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 (Back) with Unique QR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3566160"/>
            <a:ext cx="3200400" cy="13716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840480" y="1097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Wallet Version</a:t>
            </a:r>
            <a:endParaRPr lang="en-US" sz="10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840480" y="1371600"/>
            <a:ext cx="2103120" cy="325526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583680" y="1097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QR Code</a:t>
            </a:r>
            <a:endParaRPr lang="en-US" sz="10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463040"/>
            <a:ext cx="1645920" cy="164592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400800" y="32004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card gets a different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code linking physical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digital.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3200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REVENUE AND COSTS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48640" y="1097280"/>
            <a:ext cx="3840480" cy="256032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097280"/>
            <a:ext cx="384048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234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737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cards x $20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200400" y="17373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$4,000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22960" y="2148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sponsors (est. 3)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3200400" y="214884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$1,500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2960" y="2560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 sponsors (est. 5)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200400" y="25603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$1,250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22960" y="2971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 sponsors (est. 3)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200400" y="29718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22960" y="3337560"/>
            <a:ext cx="3291840" cy="914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3383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Total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3200400" y="33832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$7,050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754880" y="1097280"/>
            <a:ext cx="3840480" cy="256032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754880" y="1097280"/>
            <a:ext cx="3840480" cy="54864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21" name="Text 18"/>
          <p:cNvSpPr/>
          <p:nvPr/>
        </p:nvSpPr>
        <p:spPr>
          <a:xfrm>
            <a:off x="5029200" y="1234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C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5029200" y="1737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Developer (annual)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406640" y="17373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$99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029200" y="2148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hosting (annual)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7406640" y="214884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$60-120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5029200" y="2560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printing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406640" y="25603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budget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029200" y="2971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licenses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7406640" y="29718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029200" y="3337560"/>
            <a:ext cx="3291840" cy="9144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0" y="3383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Cost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7406640" y="33832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~$160-220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FRAUD PREVENTION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4572000" cy="438912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18872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Card IDs — no two cards alike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45720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69164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69164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Cardholder's name shown on scan — cashier verifies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194560"/>
            <a:ext cx="4572000" cy="438912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19456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9456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limiting — flags 5+ scans in 24hrs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697480"/>
            <a:ext cx="45720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69748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269748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Rapid scan detection — warns if just used elsewhere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200400"/>
            <a:ext cx="4572000" cy="438912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20040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20040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deactivation from admin dashboard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03520" y="10972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7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Scan</a:t>
            </a:r>
            <a:endParaRPr lang="en-US" sz="9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03520" y="1325880"/>
            <a:ext cx="1737360" cy="2258568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7223760" y="10972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C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 Warning</a:t>
            </a:r>
            <a:endParaRPr lang="en-US" sz="9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223760" y="1325880"/>
            <a:ext cx="1737360" cy="173736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548640" y="4389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Screenshots don't work — cashiers verify the holder's name on screen and the card's scan history.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SPONSOR DASHBOARDS &amp; PUSH PROMOTIONS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sponsor gets a private login showing: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Total visits from cardholders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554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Unique customer count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Visits by day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2194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Recent scan history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697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promotions let you: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017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Send deals to every cardholder's phone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3337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Lock-screen notification on every iPhone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3657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Card updates automatically in Wallet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3977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Promotions can have expiration dates</a:t>
            </a:r>
            <a:endParaRPr lang="en-US" sz="12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822960"/>
            <a:ext cx="4389120" cy="2505456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731520" y="44805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Terms &amp; Conditions, Privacy Policy, and Sponsor Agreement govern all data usage.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0" y="365760"/>
            <a:ext cx="2743200" cy="1645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0116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REQUESTING BOARD APPROVAL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3200400" y="2651760"/>
            <a:ext cx="27432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29260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fundraiser. Better experience.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data. Lower cost.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37160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~$160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137160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cost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65760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$7K+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365760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revenue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94360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200+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594360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Cards in Wallets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Nighthawk Digital Discount Card — Board Approval</dc:title>
  <dc:subject>PptxGenJS Presentation</dc:subject>
  <dc:creator>Del Norte HS Football</dc:creator>
  <cp:lastModifiedBy>Del Norte HS Football</cp:lastModifiedBy>
  <cp:revision>1</cp:revision>
  <dcterms:created xsi:type="dcterms:W3CDTF">2026-04-04T02:00:20Z</dcterms:created>
  <dcterms:modified xsi:type="dcterms:W3CDTF">2026-04-04T02:00:20Z</dcterms:modified>
</cp:coreProperties>
</file>