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1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5A55A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858000" y="274320"/>
            <a:ext cx="2011680" cy="11887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10972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spc="400" kern="0" dirty="0">
                <a:solidFill>
                  <a:srgbClr val="C5A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MODERNIZING THE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731520" y="1554480"/>
            <a:ext cx="7315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NIGHTHAWK</a:t>
            </a:r>
            <a:endParaRPr lang="en-US" sz="4200" dirty="0"/>
          </a:p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DISCOUNT CARD</a:t>
            </a:r>
            <a:endParaRPr lang="en-US" sz="4200" dirty="0"/>
          </a:p>
        </p:txBody>
      </p:sp>
      <p:sp>
        <p:nvSpPr>
          <p:cNvPr id="6" name="Shape 3"/>
          <p:cNvSpPr/>
          <p:nvPr/>
        </p:nvSpPr>
        <p:spPr>
          <a:xfrm>
            <a:off x="731520" y="3200400"/>
            <a:ext cx="2286000" cy="36576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347472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 Norte High School Football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Board Review — 2026-2027 Season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C5A55A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2D62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WHAT IT LOOKS LIKE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274320" y="10972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Physical Card (Front)</a:t>
            </a:r>
            <a:endParaRPr lang="en-US" sz="10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74320" y="1371600"/>
            <a:ext cx="3200400" cy="1828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74320" y="32918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Physical Card (Back) with Unique QR</a:t>
            </a:r>
            <a:endParaRPr lang="en-US" sz="100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74320" y="3566160"/>
            <a:ext cx="3200400" cy="13716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3840480" y="109728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Apple Wallet Version</a:t>
            </a:r>
            <a:endParaRPr lang="en-US" sz="1000" dirty="0"/>
          </a:p>
        </p:txBody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3840480" y="1371600"/>
            <a:ext cx="2103120" cy="3255264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6583680" y="109728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QR Code</a:t>
            </a:r>
            <a:endParaRPr lang="en-US" sz="1000" dirty="0"/>
          </a:p>
        </p:txBody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0" y="1463040"/>
            <a:ext cx="1645920" cy="1645920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6400800" y="320040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card gets a different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QR code linking physical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digital.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1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5A55A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20040"/>
            <a:ext cx="457200" cy="4572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71600" y="32004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REVENUE AND COSTS</a:t>
            </a:r>
            <a:endParaRPr lang="en-US" sz="2400" dirty="0"/>
          </a:p>
        </p:txBody>
      </p:sp>
      <p:sp>
        <p:nvSpPr>
          <p:cNvPr id="5" name="Shape 2"/>
          <p:cNvSpPr/>
          <p:nvPr/>
        </p:nvSpPr>
        <p:spPr>
          <a:xfrm>
            <a:off x="548640" y="1097280"/>
            <a:ext cx="3840480" cy="2560320"/>
          </a:xfrm>
          <a:prstGeom prst="rect">
            <a:avLst/>
          </a:prstGeom>
          <a:solidFill>
            <a:srgbClr val="0A1A35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097280"/>
            <a:ext cx="3840480" cy="54864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7" name="Text 4"/>
          <p:cNvSpPr/>
          <p:nvPr/>
        </p:nvSpPr>
        <p:spPr>
          <a:xfrm>
            <a:off x="822960" y="12344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5A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22960" y="17373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 cards x $20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3200400" y="173736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5A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$4,000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822960" y="21488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Gold sponsors (est. 3)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3200400" y="214884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5A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$1,500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2960" y="256032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Silver sponsors (est. 5)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3200400" y="256032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5A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$1,250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822960" y="29718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Bronze sponsors (est. 3)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3200400" y="297180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5A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$300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822960" y="3337560"/>
            <a:ext cx="3291840" cy="9144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17" name="Text 14"/>
          <p:cNvSpPr/>
          <p:nvPr/>
        </p:nvSpPr>
        <p:spPr>
          <a:xfrm>
            <a:off x="822960" y="338328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Projected Total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3200400" y="338328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$7,050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4754880" y="1097280"/>
            <a:ext cx="3840480" cy="2560320"/>
          </a:xfrm>
          <a:prstGeom prst="rect">
            <a:avLst/>
          </a:prstGeom>
          <a:solidFill>
            <a:srgbClr val="0A1A35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4754880" y="1097280"/>
            <a:ext cx="3840480" cy="54864"/>
          </a:xfrm>
          <a:prstGeom prst="rect">
            <a:avLst/>
          </a:prstGeom>
          <a:solidFill>
            <a:srgbClr val="C0C0C0"/>
          </a:solidFill>
          <a:ln/>
        </p:spPr>
      </p:sp>
      <p:sp>
        <p:nvSpPr>
          <p:cNvPr id="21" name="Text 18"/>
          <p:cNvSpPr/>
          <p:nvPr/>
        </p:nvSpPr>
        <p:spPr>
          <a:xfrm>
            <a:off x="5029200" y="12344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0C0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COSTS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5029200" y="17373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Apple Developer (annual)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7406640" y="173736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$99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5029200" y="21488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 hosting (annual)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7406640" y="214884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$60-120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5029200" y="256032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Card printing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7406640" y="256032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Existing budget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5029200" y="29718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Software licenses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7406640" y="297180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$0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5029200" y="3337560"/>
            <a:ext cx="3291840" cy="9144"/>
          </a:xfrm>
          <a:prstGeom prst="rect">
            <a:avLst/>
          </a:prstGeom>
          <a:solidFill>
            <a:srgbClr val="C0C0C0"/>
          </a:solidFill>
          <a:ln/>
        </p:spPr>
      </p:sp>
      <p:sp>
        <p:nvSpPr>
          <p:cNvPr id="31" name="Text 28"/>
          <p:cNvSpPr/>
          <p:nvPr/>
        </p:nvSpPr>
        <p:spPr>
          <a:xfrm>
            <a:off x="5029200" y="338328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Cost</a:t>
            </a:r>
            <a:endParaRPr lang="en-US" sz="1300" dirty="0"/>
          </a:p>
        </p:txBody>
      </p:sp>
      <p:sp>
        <p:nvSpPr>
          <p:cNvPr id="32" name="Text 29"/>
          <p:cNvSpPr/>
          <p:nvPr/>
        </p:nvSpPr>
        <p:spPr>
          <a:xfrm>
            <a:off x="7406640" y="338328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~$160-220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2D62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FRAUD PREVENTION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1188720"/>
            <a:ext cx="4572000" cy="438912"/>
          </a:xfrm>
          <a:prstGeom prst="rect">
            <a:avLst/>
          </a:prstGeom>
          <a:solidFill>
            <a:srgbClr val="F5F0E6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188720"/>
            <a:ext cx="54864" cy="438912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188720"/>
            <a:ext cx="4114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Card IDs — no two cards alike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457200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" name="Shape 6"/>
          <p:cNvSpPr/>
          <p:nvPr/>
        </p:nvSpPr>
        <p:spPr>
          <a:xfrm>
            <a:off x="548640" y="1691640"/>
            <a:ext cx="54864" cy="438912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1691640"/>
            <a:ext cx="4114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Cardholder's name shown on scan — cashier verifies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8640" y="2194560"/>
            <a:ext cx="4572000" cy="438912"/>
          </a:xfrm>
          <a:prstGeom prst="rect">
            <a:avLst/>
          </a:prstGeom>
          <a:solidFill>
            <a:srgbClr val="F5F0E6"/>
          </a:solidFill>
          <a:ln/>
        </p:spPr>
      </p:sp>
      <p:sp>
        <p:nvSpPr>
          <p:cNvPr id="11" name="Shape 9"/>
          <p:cNvSpPr/>
          <p:nvPr/>
        </p:nvSpPr>
        <p:spPr>
          <a:xfrm>
            <a:off x="548640" y="2194560"/>
            <a:ext cx="54864" cy="438912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2194560"/>
            <a:ext cx="4114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Rate limiting — flags 5+ scans in 24hrs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8640" y="2697480"/>
            <a:ext cx="457200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4" name="Shape 12"/>
          <p:cNvSpPr/>
          <p:nvPr/>
        </p:nvSpPr>
        <p:spPr>
          <a:xfrm>
            <a:off x="548640" y="2697480"/>
            <a:ext cx="54864" cy="438912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2697480"/>
            <a:ext cx="4114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Rapid scan detection — warns if just used elsewhere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3200400"/>
            <a:ext cx="4572000" cy="438912"/>
          </a:xfrm>
          <a:prstGeom prst="rect">
            <a:avLst/>
          </a:prstGeom>
          <a:solidFill>
            <a:srgbClr val="F5F0E6"/>
          </a:solidFill>
          <a:ln/>
        </p:spPr>
      </p:sp>
      <p:sp>
        <p:nvSpPr>
          <p:cNvPr id="17" name="Shape 15"/>
          <p:cNvSpPr/>
          <p:nvPr/>
        </p:nvSpPr>
        <p:spPr>
          <a:xfrm>
            <a:off x="548640" y="3200400"/>
            <a:ext cx="54864" cy="438912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18" name="Text 16"/>
          <p:cNvSpPr/>
          <p:nvPr/>
        </p:nvSpPr>
        <p:spPr>
          <a:xfrm>
            <a:off x="822960" y="3200400"/>
            <a:ext cx="4114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Instant deactivation from admin dashboard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303520" y="109728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7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 Scan</a:t>
            </a:r>
            <a:endParaRPr lang="en-US" sz="900" dirty="0"/>
          </a:p>
        </p:txBody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303520" y="1325880"/>
            <a:ext cx="1737360" cy="2258568"/>
          </a:xfrm>
          <a:prstGeom prst="rect">
            <a:avLst/>
          </a:prstGeom>
        </p:spPr>
      </p:pic>
      <p:sp>
        <p:nvSpPr>
          <p:cNvPr id="21" name="Text 18"/>
          <p:cNvSpPr/>
          <p:nvPr/>
        </p:nvSpPr>
        <p:spPr>
          <a:xfrm>
            <a:off x="7223760" y="109728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C8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Fraud Warning</a:t>
            </a:r>
            <a:endParaRPr lang="en-US" sz="900" dirty="0"/>
          </a:p>
        </p:txBody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223760" y="1325880"/>
            <a:ext cx="1737360" cy="1737360"/>
          </a:xfrm>
          <a:prstGeom prst="rect">
            <a:avLst/>
          </a:prstGeom>
        </p:spPr>
      </p:pic>
      <p:sp>
        <p:nvSpPr>
          <p:cNvPr id="23" name="Text 19"/>
          <p:cNvSpPr/>
          <p:nvPr/>
        </p:nvSpPr>
        <p:spPr>
          <a:xfrm>
            <a:off x="548640" y="438912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Screenshots don't work — cashiers verify the holder's name on screen and the card's scan history.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1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SPONSOR DASHBOARDS &amp; PUSH PROMOTIONS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sponsor gets a private login showing: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31520" y="12344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Total visits from cardholders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31520" y="15544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Unique customer count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31520" y="1874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Visits by day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31520" y="21945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Recent scan history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26974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Push promotions let you: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31520" y="3017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Send deals to every cardholder's phone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31520" y="33375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Lock-screen notification on every iPhone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31520" y="36576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Card updates automatically in Wallet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31520" y="3977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Promotions can have expiration dates</a:t>
            </a:r>
            <a:endParaRPr lang="en-US" sz="1200" dirty="0"/>
          </a:p>
        </p:txBody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0" y="822960"/>
            <a:ext cx="4389120" cy="2505456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731520" y="44805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Terms &amp; Conditions, Privacy Policy, and Sponsor Agreement govern all data usage.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1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5A55A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200400" y="365760"/>
            <a:ext cx="2743200" cy="1645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201168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REQUESTING BOARD APPROVAL</a:t>
            </a:r>
            <a:endParaRPr lang="en-US" sz="2200" dirty="0"/>
          </a:p>
        </p:txBody>
      </p:sp>
      <p:sp>
        <p:nvSpPr>
          <p:cNvPr id="5" name="Shape 2"/>
          <p:cNvSpPr/>
          <p:nvPr/>
        </p:nvSpPr>
        <p:spPr>
          <a:xfrm>
            <a:off x="3200400" y="2651760"/>
            <a:ext cx="2743200" cy="36576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6" name="Text 3"/>
          <p:cNvSpPr/>
          <p:nvPr/>
        </p:nvSpPr>
        <p:spPr>
          <a:xfrm>
            <a:off x="731520" y="292608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fundraiser. Better experience.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More data. Lower cost.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137160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~$160</a:t>
            </a:r>
            <a:endParaRPr lang="en-US" sz="2800" dirty="0"/>
          </a:p>
        </p:txBody>
      </p:sp>
      <p:sp>
        <p:nvSpPr>
          <p:cNvPr id="8" name="Text 5"/>
          <p:cNvSpPr/>
          <p:nvPr/>
        </p:nvSpPr>
        <p:spPr>
          <a:xfrm>
            <a:off x="1371600" y="4251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Annual cost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365760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$7K+</a:t>
            </a:r>
            <a:endParaRPr lang="en-US" sz="2800" dirty="0"/>
          </a:p>
        </p:txBody>
      </p:sp>
      <p:sp>
        <p:nvSpPr>
          <p:cNvPr id="10" name="Text 7"/>
          <p:cNvSpPr/>
          <p:nvPr/>
        </p:nvSpPr>
        <p:spPr>
          <a:xfrm>
            <a:off x="3657600" y="4251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Projected revenue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594360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200+</a:t>
            </a:r>
            <a:endParaRPr lang="en-US" sz="2800" dirty="0"/>
          </a:p>
        </p:txBody>
      </p:sp>
      <p:sp>
        <p:nvSpPr>
          <p:cNvPr id="12" name="Text 9"/>
          <p:cNvSpPr/>
          <p:nvPr/>
        </p:nvSpPr>
        <p:spPr>
          <a:xfrm>
            <a:off x="5943600" y="4251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Cards in Wallets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C5A55A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Nighthawk Digital Discount Card — Board Approval</dc:title>
  <dc:subject>PptxGenJS Presentation</dc:subject>
  <dc:creator>Del Norte HS Football</dc:creator>
  <cp:lastModifiedBy>Del Norte HS Football</cp:lastModifiedBy>
  <cp:revision>1</cp:revision>
  <dcterms:created xsi:type="dcterms:W3CDTF">2026-04-01T18:06:02Z</dcterms:created>
  <dcterms:modified xsi:type="dcterms:W3CDTF">2026-04-01T18:06:02Z</dcterms:modified>
</cp:coreProperties>
</file>