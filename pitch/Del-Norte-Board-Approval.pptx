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 AND THE SOLUTION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3474720"/>
          </a:xfrm>
          <a:prstGeom prst="rect">
            <a:avLst/>
          </a:prstGeom>
          <a:solidFill>
            <a:srgbClr val="FFF5F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3840480" cy="5486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CURRENT: PHYSICAL CARD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Costs money to print every year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Gets lost or forgotten at home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 way to track actual usage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Can't update once printed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 data for sponsors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Fraud: easy to photocopy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280160"/>
            <a:ext cx="3840480" cy="3474720"/>
          </a:xfrm>
          <a:prstGeom prst="rect">
            <a:avLst/>
          </a:prstGeom>
          <a:solidFill>
            <a:srgbClr val="F0F8F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280160"/>
            <a:ext cx="3840480" cy="54864"/>
          </a:xfrm>
          <a:prstGeom prst="rect">
            <a:avLst/>
          </a:prstGeom>
          <a:solidFill>
            <a:srgbClr val="1A7A1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PROPOSED: DIGITAL CARD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Zero printing cost for digital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Always in Apple Wallet on their phone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scan tracked with analytics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Push new deals anytime mid-season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566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Sponsor dashboards with real data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IDs + fraud detection built 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cards are still available. Each has a unique QR code linking to the digital version.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 (existing budget)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add'l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31520" y="4114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savings vs. physical-only: eliminates reprinting costs when sponsors change mid-season.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 AND SECURITY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188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1887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cryptographically generated ID — no two cards are alike. Screenshots show a static image that cashiers are trained to flag.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38528"/>
            <a:ext cx="768096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938528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385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Verification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1938528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scanned, the verification screen shows the cardholder's name in large text. Cashiers can ask "Are you John?" to confirm identity.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768096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688336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68833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688336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scanned more than 5 times in 24 hours are automatically flagged with a yellow warning. Alerts the cashier to verify identity.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768096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438144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43814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43814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same card was scanned minutes ago at a different business, a warning shows with the time and location of the last scan.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187952"/>
            <a:ext cx="768096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187952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1879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17520" y="4187952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Admins can deactivate any card immediately from the dashboard. The card turns red at the next scan attempt.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AND PROMOTIONS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931920" cy="32004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393192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43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DASHBOARDS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business gets a private login to see: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377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broken down by day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 with dates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" y="3566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 needed. Works on any phone or computer.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via a simple code — no passwords.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1005840"/>
            <a:ext cx="3931920" cy="320040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63440" y="1005840"/>
            <a:ext cx="393192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949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937760" y="1600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creates a promotion and pushes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every cardholder's phone: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Admin types the deal in the dashboard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93776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Clicks "Push to All Devices"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93776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Every iPhone gets a lock-screen notification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937760" y="3246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Card in Wallet updates automatically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937760" y="3566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 request promos before game days.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tier: 2/month. Silver: 1/month.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 and program participation.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2026-04-01T16:48:37Z</dcterms:created>
  <dcterms:modified xsi:type="dcterms:W3CDTF">2026-04-01T16:48:37Z</dcterms:modified>
</cp:coreProperties>
</file>