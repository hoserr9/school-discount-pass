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0" y="274320"/>
            <a:ext cx="2011680" cy="11887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914400" cy="9144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 WORKFLOW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Nighthawk Card Team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731520" y="3291840"/>
            <a:ext cx="2286000" cy="36576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8" name="Text 4"/>
          <p:cNvSpPr/>
          <p:nvPr/>
        </p:nvSpPr>
        <p:spPr>
          <a:xfrm>
            <a:off x="731520" y="3566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collaborate, review code, and ship safely.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51760" cy="14630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002D6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task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GitHub Issues or docs/TASKS.md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651760" cy="14630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463040"/>
            <a:ext cx="548640" cy="548640"/>
          </a:xfrm>
          <a:prstGeom prst="ellipse">
            <a:avLst/>
          </a:prstGeom>
          <a:solidFill>
            <a:srgbClr val="002D62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0624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branch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checkout -b feature/task-name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51760" cy="14630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0" y="1463040"/>
            <a:ext cx="548640" cy="548640"/>
          </a:xfrm>
          <a:prstGeom prst="ellipse">
            <a:avLst/>
          </a:prstGeom>
          <a:solidFill>
            <a:srgbClr val="002D6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4088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changes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2148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code, commit as you go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2651760" cy="14630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002D62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branch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3886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 origin feature/task-name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3017520"/>
            <a:ext cx="2651760" cy="14630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66160" y="3200400"/>
            <a:ext cx="548640" cy="548640"/>
          </a:xfrm>
          <a:prstGeom prst="ellipse">
            <a:avLst/>
          </a:prstGeom>
          <a:solidFill>
            <a:srgbClr val="002D62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20624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Pull Request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66160" y="3886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review from teammate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651760" cy="1463040"/>
          </a:xfrm>
          <a:prstGeom prst="rect">
            <a:avLst/>
          </a:prstGeom>
          <a:solidFill>
            <a:srgbClr val="F5F0E6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3200400"/>
            <a:ext cx="548640" cy="548640"/>
          </a:xfrm>
          <a:prstGeom prst="ellipse">
            <a:avLst/>
          </a:prstGeom>
          <a:solidFill>
            <a:srgbClr val="002D62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040880" y="3246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Merge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3886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approves, clicks Merge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BRANCHING RULES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05840"/>
            <a:ext cx="91440" cy="118872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0972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4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(PROTECTED)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14173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push directly to main. Always go through a Pull Request.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17373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protection requires: 1 approval + no direct pushes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377440"/>
            <a:ext cx="91440" cy="2286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2468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A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feature/* branches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2788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convention: feature/short-description (kebab-case)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31546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feature/add-jest-tests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34747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feature/admin-auth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3794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feature/toast-integration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22960" y="4114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• fix/broken-terms-route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GOOD COMMITS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554480"/>
          </a:xfrm>
          <a:prstGeom prst="rect">
            <a:avLst/>
          </a:prstGeom>
          <a:solidFill>
            <a:srgbClr val="F0F8F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1554480"/>
          </a:xfrm>
          <a:prstGeom prst="rect">
            <a:avLst/>
          </a:prstGeom>
          <a:solidFill>
            <a:srgbClr val="1A7A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45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Add Jest tests for database module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Fix card ID generation race condition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Update Sushi Ken to Sushi Ren across all files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8046720" cy="1554480"/>
          </a:xfrm>
          <a:prstGeom prst="rect">
            <a:avLst/>
          </a:prstGeom>
          <a:solidFill>
            <a:srgbClr val="FFF5F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926080"/>
            <a:ext cx="64008" cy="155448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38328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update stuff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6393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fix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89534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wip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15137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 asdf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Rule: First line ≤ 50 chars, clear and specific. Use imperative mood.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PULL REQUEST PROCESS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3931920" cy="365760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097280"/>
            <a:ext cx="393192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(you)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Push your branch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" y="2075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Open PR on GitHub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24597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Write clear title + description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2843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Link the issue (Closes #5)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3227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Request review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611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Address feedback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39959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Merge when approved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097280"/>
            <a:ext cx="3931920" cy="3657600"/>
          </a:xfrm>
          <a:prstGeom prst="rect">
            <a:avLst/>
          </a:prstGeom>
          <a:solidFill>
            <a:srgbClr val="0A1A3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097280"/>
            <a:ext cx="393192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A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(teammate)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937760" y="16916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Read the description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937760" y="2075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Check the file changes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37760" y="245973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Look for: secrets, bugs, scope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937760" y="2843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Test locally if big change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937760" y="3227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Comment with questions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937760" y="3611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Approve or request changes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937760" y="399592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Merge when ready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2D6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DAY IN THE LIFE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438912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64008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18872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checkout main &amp;&amp; git pull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1887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latest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1719072"/>
            <a:ext cx="64008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1907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task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71907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checkout -b feature/my-task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71907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branch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249424"/>
            <a:ext cx="8046720" cy="438912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249424"/>
            <a:ext cx="64008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249424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224942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Edit files, run npm start, test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224942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changes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779776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2779776"/>
            <a:ext cx="64008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77977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11680" y="2779776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add . &amp;&amp; git commit -m "..."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277977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progress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310128"/>
            <a:ext cx="8046720" cy="438912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3310128"/>
            <a:ext cx="64008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33101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011680" y="3310128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push -u origin feature/my-task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33101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to GitHub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840480"/>
            <a:ext cx="80467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3840480"/>
            <a:ext cx="64008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384048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011680" y="3840480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Open PR, request review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0" y="38404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for review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370832"/>
            <a:ext cx="8046720" cy="438912"/>
          </a:xfrm>
          <a:prstGeom prst="rect">
            <a:avLst/>
          </a:prstGeom>
          <a:solidFill>
            <a:srgbClr val="F5F0E6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4370832"/>
            <a:ext cx="64008" cy="438912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4370832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2D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11680" y="4370832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git checkout main &amp;&amp; git pull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43708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start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A55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RULES TO LIVE BY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0584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05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Never push directly to main — always through PR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8046720" cy="45720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55448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54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Never commit secrets (API keys, passwords) — use env vars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210312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1031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Keep PRs small and focused — one thing at a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265176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Write clear commit messages — others have to read them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0040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004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Test locally before pushing — npm start should 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74904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Review PRs within 24 hours — don't block teammates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0A1A35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297680"/>
            <a:ext cx="64008" cy="45720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297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Ask questions in PR comments — don't guess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Nighthawk — GitHub Developer Flow</dc:title>
  <dc:subject>PptxGenJS Presentation</dc:subject>
  <dc:creator>PptxGenJS</dc:creator>
  <cp:lastModifiedBy>PptxGenJS</cp:lastModifiedBy>
  <cp:revision>1</cp:revision>
  <dcterms:created xsi:type="dcterms:W3CDTF">2026-04-04T18:52:20Z</dcterms:created>
  <dcterms:modified xsi:type="dcterms:W3CDTF">2026-04-04T18:52:20Z</dcterms:modified>
</cp:coreProperties>
</file>