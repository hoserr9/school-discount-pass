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2011680" cy="1188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WELCOME!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Onboarding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Norte Nighthawk Discount Card — Engineering Team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YOU'RE JOINING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discount card system for Del Norte HS Football.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buy a physical card. Scan it → get a digital version in Apple Wallet. Show at 11 local businesses → get discounts. All scans tracked, all sponsors get analytics, promotions pushed to cardholders' phones.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(better-sqlite3)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passkit-generator + Apple Wallet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APNs (Apple Push Notifications) via hapns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Railway.app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 + PassKit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 CHECKLIST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05840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0058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0" y="10058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GitHub collaborator invite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email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627632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1627632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16276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11680" y="16276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README.md and docs/CONTRIBUTING.md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7920" y="16276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full picture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249424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2249424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224942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011680" y="224942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Node.js 18+ and clone the repo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7920" y="22494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brew install node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2871216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2871216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287121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011680" y="287121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npm install &amp;&amp; npm start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17920" y="287121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http://localhost:3000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3493008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3493008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349300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011680" y="349300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Claude Code (optional but recommended)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17920" y="34930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claude.com/claude-code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4114800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31" name="Shape 28"/>
          <p:cNvSpPr/>
          <p:nvPr/>
        </p:nvSpPr>
        <p:spPr>
          <a:xfrm>
            <a:off x="548640" y="4114800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11480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011680" y="41148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small PR (fix a typo in README)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17920" y="41148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the workflow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server.js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188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Express server — all API endpoints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src/generate-pass.js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627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Wallet pass 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8046720" cy="3657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66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src/database.js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0665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layer — cards, scans, sponsors, POS config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054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src/push-update.js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5054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APNs push notifications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44368"/>
            <a:ext cx="8046720" cy="3657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src/integrations/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944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integrations (Toast, Square, Clover, etc.)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public/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383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pages (admin, sponsor, terms, landing)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822192"/>
            <a:ext cx="8046720" cy="3657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models/discount-card.pass/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3822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Wallet pass template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61104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61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docs/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4261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TASKS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005840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005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server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66160" y="100584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start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627632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6276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test pass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160" y="16276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curl -o test.pkpass http://localhost:3000/pass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249424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2249424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2494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batch cards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24942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 generate-batch.js --count 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871216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2871216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28712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sponsors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66160" y="287121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 seed-sponsors.js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493008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3493008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4930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the database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66160" y="349300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sqlite3 data/cards.db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4114800"/>
            <a:ext cx="8046720" cy="53035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4114800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1148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slide decks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566160" y="411480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 pitch/rebuild-decks.js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TO FIND THINGS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3657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backlog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1188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docs/TASKS.md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627632"/>
            <a:ext cx="64008" cy="3657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contribute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docs/CONTRIBUTING.md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66544"/>
            <a:ext cx="8046720" cy="3657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66544"/>
            <a:ext cx="64008" cy="3657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066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066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docs/TESTING.md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05456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505456"/>
            <a:ext cx="64008" cy="3657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505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25054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docs/SECURITY.md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44368"/>
            <a:ext cx="8046720" cy="3657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944368"/>
            <a:ext cx="64008" cy="3657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integrations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944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docs/POS-COMPATIBILITY.md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383280"/>
            <a:ext cx="64008" cy="3657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server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https://web-production-9f35d.up.railway.app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822192"/>
            <a:ext cx="8046720" cy="36576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822192"/>
            <a:ext cx="64008" cy="3657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3822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/admin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261104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261104"/>
            <a:ext cx="64008" cy="3657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261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Developer portal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42611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https://developer.apple.com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WEEK GOALS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5156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05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 up, first PR merged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code, understand pass generation 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194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Priority 1 task from docs/TASKS.md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83464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2788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draft PR with progress, get early feedback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42900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383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your first real feature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402336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retro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0" y="3977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learned, what was confusing, what's next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 FOR SUCCESS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30352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early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18872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get stuck for hours. Ping your manager or open a draft PR with questions.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8046720" cy="530352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10512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105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existing code first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81051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matter. Look at similar features before writing new ones.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30352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3230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PRs small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43230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task = 1 PR. Easier to review, faster to merge.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8046720" cy="530352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54096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540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Claude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05409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pair programming speeds up boilerplate and explains unfamiliar code.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75888"/>
            <a:ext cx="8046720" cy="530352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675888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758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before you push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367588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npm start. Click around. Make sure it works.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530352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97680"/>
            <a:ext cx="64008" cy="53035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976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08960" y="429768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chase perfect. Done and reviewable beats perfect and private.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SOMETHING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users. Real businesses. Real impact for the football program.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will be in hundreds of people's phones.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Open a GitHub Issue or message your manager.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Nighthawk — Engineer Onboarding</dc:title>
  <dc:subject>PptxGenJS Presentation</dc:subject>
  <dc:creator>PptxGenJS</dc:creator>
  <cp:lastModifiedBy>PptxGenJS</cp:lastModifiedBy>
  <cp:revision>1</cp:revision>
  <dcterms:created xsi:type="dcterms:W3CDTF">2026-04-04T18:52:21Z</dcterms:created>
  <dcterms:modified xsi:type="dcterms:W3CDTF">2026-04-04T18:52:21Z</dcterms:modified>
</cp:coreProperties>
</file>