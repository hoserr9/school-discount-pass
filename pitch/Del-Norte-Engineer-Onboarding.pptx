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914400" cy="914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31520" y="2011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WELCOME!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 Onboarding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731520" y="329184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4"/>
          <p:cNvSpPr/>
          <p:nvPr/>
        </p:nvSpPr>
        <p:spPr>
          <a:xfrm>
            <a:off x="73152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Nighthawk Discount Card — Engineering Team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YOU'RE JOINING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digital discount card system for Del Norte HS Football.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buy a physical card. Scan it → get a digital version in Apple Wallet. Show at 11 local businesses → get discounts. All scans tracked, all sponsors get analytics, promotions pushed to cardholders' phones.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 STACK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2024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+ Express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3108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(better-sqlite3)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611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2024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passkit-generator + Apple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3611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APNs via hapns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4114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Railway.app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63440" y="4114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SwiftUI + PassKit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ONBOARDING JOURNEY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decks walk you through everything: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100584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371600"/>
            <a:ext cx="91440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630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Engineer Onboarding (this deck)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overview, tech stack, first-week goals, where to find things.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05740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 (you're already here).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8046720" cy="100584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514600"/>
            <a:ext cx="91440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060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Dev Environment Setup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29260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VS Code, Node.js, Claude Code, Xcode. Run the project locally.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20040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0A0A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File: pitch/Del-Norte-Dev-Environment-Setup.pptx · docs/DEV-ENVIRONMENT-SETUP.md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8046720" cy="100584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657600"/>
            <a:ext cx="91440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7490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GitHub Process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0690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Branching, commits, pull requests, code review workflow.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434340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0A0A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File: pitch/Del-Norte-GitHub-Flow.pptx · docs/GITHUB-PROCESS.md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server.js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0" y="1188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Express server — all API endpoints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27632"/>
            <a:ext cx="80467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276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src/generate-pass.js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0" y="1627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pass generation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066544"/>
            <a:ext cx="8046720" cy="365760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0665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src/database.js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0" y="20665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layer — cards, scans, sponsors, POS config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505456"/>
            <a:ext cx="80467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5054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src/push-update.js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0" y="25054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APNs push notifications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944368"/>
            <a:ext cx="8046720" cy="365760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29443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src/integrations/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0" y="29443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integrations (Toast, Square, Clover, etc.)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383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public/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0" y="3383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pages (admin, sponsor, terms, landing)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22192"/>
            <a:ext cx="8046720" cy="365760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38221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models/discount-card.pass/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38221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pass template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261104"/>
            <a:ext cx="80467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2611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docs/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0" y="42611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documentation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COMMON COMMANDS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0584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100584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0058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server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566160" y="100584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npm start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1627632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1627632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62763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 test pass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566160" y="1627632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curl -o test.pkpass http://localhost:3000/pass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2249424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2249424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224942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batch cards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249424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node generate-batch.js --count 5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871216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8" name="Shape 15"/>
          <p:cNvSpPr/>
          <p:nvPr/>
        </p:nvSpPr>
        <p:spPr>
          <a:xfrm>
            <a:off x="548640" y="2871216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287121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sponsors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566160" y="287121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node seed-sponsors.js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3493008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2" name="Shape 19"/>
          <p:cNvSpPr/>
          <p:nvPr/>
        </p:nvSpPr>
        <p:spPr>
          <a:xfrm>
            <a:off x="548640" y="3493008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349300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the database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566160" y="3493008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sqlite3 data/cards.db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11480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411480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" y="41148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slide decks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566160" y="411480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node pitch/rebuild-decks.js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TO FIND THINGS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64008" cy="3657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backlog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6616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docs/TASKS.md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27632"/>
            <a:ext cx="80467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627632"/>
            <a:ext cx="64008" cy="3657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276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contribute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docs/CONTRIBUTING.md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066544"/>
            <a:ext cx="8046720" cy="365760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66544"/>
            <a:ext cx="64008" cy="3657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0665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environment setup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66160" y="20665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docs/DEV-ENVIRONMENT-SETUP.md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505456"/>
            <a:ext cx="80467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505456"/>
            <a:ext cx="64008" cy="3657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process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66160" y="25054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docs/GITHUB-PROCESS.md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944368"/>
            <a:ext cx="8046720" cy="365760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2944368"/>
            <a:ext cx="64008" cy="3657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9443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plan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66160" y="29443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docs/TESTING.md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3383280"/>
            <a:ext cx="64008" cy="3657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model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66160" y="3383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docs/SECURITY.md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822192"/>
            <a:ext cx="8046720" cy="365760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3822192"/>
            <a:ext cx="64008" cy="3657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38221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integrations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566160" y="38221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docs/POS-COMPATIBILITY.md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4261104"/>
            <a:ext cx="804672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4261104"/>
            <a:ext cx="64008" cy="36576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42611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server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566160" y="42611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https://web-production-9f35d.up.railway.app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FIRST WEEK GOALS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51560"/>
            <a:ext cx="411480" cy="41148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005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AM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10058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this deck + Dev Environment Setup deck. Install everything.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8046720" cy="50292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645920"/>
            <a:ext cx="411480" cy="41148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PM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1600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GitHub Process deck. Make a small PR (typo fix). Get it merged.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194560"/>
            <a:ext cx="8046720" cy="50292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240280"/>
            <a:ext cx="411480" cy="41148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194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2-3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21945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code. Understand how pass generation works.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8046720" cy="50292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834640"/>
            <a:ext cx="411480" cy="41148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27889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3-4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1840" y="27889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Priority 1 task from docs/TASKS.md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383280"/>
            <a:ext cx="8046720" cy="50292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3429000"/>
            <a:ext cx="411480" cy="41148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33832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4-5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33832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 draft PR, get feedback, iterate, merge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8046720" cy="502920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30" name="Shape 28"/>
          <p:cNvSpPr/>
          <p:nvPr/>
        </p:nvSpPr>
        <p:spPr>
          <a:xfrm>
            <a:off x="685800" y="4023360"/>
            <a:ext cx="411480" cy="41148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80160" y="39776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retro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291840" y="39776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learned, what was confusing, what's next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TIPS FOR SUCCESS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530352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questions early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1188720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get stuck for hours. Ping your manager or open a draft PR with questions.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810512"/>
            <a:ext cx="8046720" cy="530352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810512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1051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existing code first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1810512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 matter. Look at similar features before writing new ones.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8046720" cy="530352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432304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43230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PRs small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2432304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task = 1 PR. Easier to review, faster to merge.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054096"/>
            <a:ext cx="8046720" cy="530352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054096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05409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Claude Code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108960" y="3054096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pair programming speeds up boilerplate and explains unfamiliar code.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75888"/>
            <a:ext cx="8046720" cy="530352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675888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67588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before you push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108960" y="3675888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npm start. Click around. Make sure it works.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297680"/>
            <a:ext cx="8046720" cy="530352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" y="429768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2976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08960" y="4297680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and reviewable beats perfect and private.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9144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194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BUILD SOMETHING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3200400" y="292608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users. Real businesses. Real impact for the football program.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code will be in hundreds of people's phones.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steps: Dev Environment Setup → GitHub Process → pick a task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— Engineer Onboarding</dc:title>
  <dc:subject>PptxGenJS Presentation</dc:subject>
  <dc:creator>PptxGenJS</dc:creator>
  <cp:lastModifiedBy>PptxGenJS</cp:lastModifiedBy>
  <cp:revision>1</cp:revision>
  <dcterms:created xsi:type="dcterms:W3CDTF">2026-04-04T21:20:25Z</dcterms:created>
  <dcterms:modified xsi:type="dcterms:W3CDTF">2026-04-04T21:20:25Z</dcterms:modified>
</cp:coreProperties>
</file>