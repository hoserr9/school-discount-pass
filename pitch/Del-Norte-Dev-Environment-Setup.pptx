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274320"/>
            <a:ext cx="2011680" cy="118872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 ENVIRONMENT SETUP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+ Xcode + Claude Code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to start building.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152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A55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Full instructions: docs/DEV-ENVIRONMENT-SETUP.md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YOU'LL INSTALL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749808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64008" cy="749808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editor for Node.js, HTML, server code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0" y="11887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057400"/>
            <a:ext cx="8046720" cy="749808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057400"/>
            <a:ext cx="64008" cy="749808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Xcode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71600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for SwiftUI iOS app only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583680" y="205740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Occasional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2926080"/>
            <a:ext cx="8046720" cy="749808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2926080"/>
            <a:ext cx="64008" cy="749808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0896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37160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(CLI + VS Code extension)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583680" y="292608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3794760"/>
            <a:ext cx="8046720" cy="749808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" y="3794760"/>
            <a:ext cx="64008" cy="749808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7764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37160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for running the server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583680" y="379476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CODE SETUP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498080" y="411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B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005840"/>
            <a:ext cx="8046720" cy="62179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133856"/>
            <a:ext cx="365760" cy="3657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133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1051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VS Code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3258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code.visualstudio.com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719072"/>
            <a:ext cx="8046720" cy="62179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1847088"/>
            <a:ext cx="365760" cy="3657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34440" y="17647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'code' command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34440" y="20391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Cmd+Shift+P → "Shell Command: Install code in PATH"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2432304"/>
            <a:ext cx="8046720" cy="62179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7" name="Shape 14"/>
          <p:cNvSpPr/>
          <p:nvPr/>
        </p:nvSpPr>
        <p:spPr>
          <a:xfrm>
            <a:off x="731520" y="2560320"/>
            <a:ext cx="365760" cy="3657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34440" y="24780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Claude Code extension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34440" y="275234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Search 'Claude Code' in Extensions sidebar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3145536"/>
            <a:ext cx="8046720" cy="62179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22" name="Shape 19"/>
          <p:cNvSpPr/>
          <p:nvPr/>
        </p:nvSpPr>
        <p:spPr>
          <a:xfrm>
            <a:off x="731520" y="3273552"/>
            <a:ext cx="365760" cy="3657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34440" y="31912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ESLint + Prettier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234440" y="346557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Search in Extensions, install both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48640" y="3858768"/>
            <a:ext cx="8046720" cy="62179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27" name="Shape 24"/>
          <p:cNvSpPr/>
          <p:nvPr/>
        </p:nvSpPr>
        <p:spPr>
          <a:xfrm>
            <a:off x="731520" y="3986784"/>
            <a:ext cx="365760" cy="3657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234440" y="39044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format on save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234440" y="41788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Settings → 'format on save' → check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NODE.JS + HOMEBREW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B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64008" cy="128016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80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Install Homebrew (Mac package manager)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/bin/bash -c "$(curl -fsSL https://raw.githubusercontent.com/Homebrew/install/HEAD/install.sh)"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into Terminal, enter your Mac password when prompted.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8046720" cy="109728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51760"/>
            <a:ext cx="64008" cy="10972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432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Install Node.js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1089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brew install node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931920"/>
            <a:ext cx="64008" cy="9144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233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Verify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3434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node --version    # should show v18.0.0 or higher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npm --version     # should show 9.0.0 or higher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498080" y="411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B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use Claude Code: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931920" cy="201168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463040"/>
            <a:ext cx="393192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(Terminal)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2194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npm install -g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23957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@anthropic-ai/claude-code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2743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2971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cd project &amp;&amp; claude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" y="32461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B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Anthropic account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63440" y="1463040"/>
            <a:ext cx="3931920" cy="201168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1463040"/>
            <a:ext cx="393192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8" name="Text 15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Extension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93776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Install: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37760" y="2194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Search "Claude Code"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37760" y="23957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in Extensions sidebar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937760" y="2743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37760" y="2971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Click the Claude icon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937760" y="32461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B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which file you're viewing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B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use BOTH — CLI for complex tasks, extension for quick questions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CLONE THE PROJECT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B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64008" cy="4572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folder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188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cd ~ &amp;&amp; mkdir -p claude &amp;&amp; cd claude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37360"/>
            <a:ext cx="64008" cy="4572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repo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737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 clone https://github.com/hoserR9/school-discount-pass.git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286000"/>
            <a:ext cx="64008" cy="4572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project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286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cd school-discount-pass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834640"/>
            <a:ext cx="64008" cy="4572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deps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2834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npm install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383280"/>
            <a:ext cx="64008" cy="4572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 VS Code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3383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code 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931920"/>
            <a:ext cx="64008" cy="4572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server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3931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npm start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'npm start', open http://localhost:3000 in your browser.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XCODE (iOS APP ONLY)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94944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B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30-60 min download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B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only need Xcode for the SwiftUI iOS app (~5% of the project).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80467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545336"/>
            <a:ext cx="365760" cy="3657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545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34440" y="1508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from App Store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34440" y="175564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Search 'Xcode' in App Store, click Get (~15 GB)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2084832"/>
            <a:ext cx="80467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2167128"/>
            <a:ext cx="365760" cy="3657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34440" y="21305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license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34440" y="237744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sudo xcodebuild -license accept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2706624"/>
            <a:ext cx="80467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8" name="Shape 15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34440" y="27523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Apple ID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34440" y="29992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Xcode → Settings → Accounts → Add Apple ID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328416"/>
            <a:ext cx="80467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3410712"/>
            <a:ext cx="365760" cy="3657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34440" y="33741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iOS simulator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234440" y="362102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Xcode → Settings → Platforms → Download iOS 17+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" y="3950208"/>
            <a:ext cx="80467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28" name="Shape 25"/>
          <p:cNvSpPr/>
          <p:nvPr/>
        </p:nvSpPr>
        <p:spPr>
          <a:xfrm>
            <a:off x="731520" y="4032504"/>
            <a:ext cx="365760" cy="3657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29" name="Text 26"/>
          <p:cNvSpPr/>
          <p:nvPr/>
        </p:nvSpPr>
        <p:spPr>
          <a:xfrm>
            <a:off x="73152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234440" y="39959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workspace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234440" y="424281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open DelNorteFootball.xcworkspace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EDITOR FOR WHICH FILE?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347472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3931920" cy="54864"/>
          </a:xfrm>
          <a:prstGeom prst="rect">
            <a:avLst/>
          </a:prstGeom>
          <a:solidFill>
            <a:srgbClr val="1A7A1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CODE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 of your work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• .js, .ts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• .html, .css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• .json, .md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• server.js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• src/*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• public/*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• docs/*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1188720"/>
            <a:ext cx="3931920" cy="347472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1188720"/>
            <a:ext cx="393192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949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XCODE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93776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~5% of your work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93776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• .swift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93776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• .xcodeproj/*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93776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• .xcworkspace/*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93776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• DelNorteFootballApp/*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CODE SHORTCUTS TO LEARN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9319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55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Cmd+Shift+P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1005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Palette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39319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005840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058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55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Cmd+`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005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terminal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627632"/>
            <a:ext cx="39319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627632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6276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55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Cmd+P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16276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open file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627632"/>
            <a:ext cx="39319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1627632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6276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55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Cmd+Shift+F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16276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across all files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249424"/>
            <a:ext cx="39319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249424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24942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55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F12 / Cmd+Click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224942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definition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249424"/>
            <a:ext cx="39319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2249424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24942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55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Shift+F12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224942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all references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2871216"/>
            <a:ext cx="39319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2871216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287121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55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Shift+Option+F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77440" y="287121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document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871216"/>
            <a:ext cx="39319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33" name="Shape 31"/>
          <p:cNvSpPr/>
          <p:nvPr/>
        </p:nvSpPr>
        <p:spPr>
          <a:xfrm>
            <a:off x="4663440" y="2871216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87121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55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Cmd+S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287121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3493008"/>
            <a:ext cx="39319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3493008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349300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55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Option+Click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77440" y="34930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Multi-cursor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3493008"/>
            <a:ext cx="39319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41" name="Shape 39"/>
          <p:cNvSpPr/>
          <p:nvPr/>
        </p:nvSpPr>
        <p:spPr>
          <a:xfrm>
            <a:off x="4663440" y="3493008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49300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55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Ctrl+Shift+`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34930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terminal tab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 EVERYTHING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566928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8074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25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server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80160" y="1581912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npm start → opens http://localhost:3000 in browser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938528"/>
            <a:ext cx="8046720" cy="566928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391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9842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 file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80160" y="2240280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Change text in public/index.html, save, refresh browser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596896"/>
            <a:ext cx="8046720" cy="566928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74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6426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Claude Code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80160" y="2898648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Type 'claude' in terminal, ask about server.js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8640" y="3255264"/>
            <a:ext cx="8046720" cy="566928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5584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3009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Git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280160" y="3557016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 status → shows branch and changes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" y="3913632"/>
            <a:ext cx="8046720" cy="566928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14216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39593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Xcode project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280160" y="4215384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open DelNorteFootball.xcworkspace → Xcode opens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YOU'RE READY TO BUILD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set up. Time to write some code.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B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Read the GitHub Process deck to learn the workflow.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Full reference: docs/DEV-ENVIRONMENT-SETUP.md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Nighthawk — Dev Environment Setup</dc:title>
  <dc:subject>PptxGenJS Presentation</dc:subject>
  <dc:creator>PptxGenJS</dc:creator>
  <cp:lastModifiedBy>PptxGenJS</cp:lastModifiedBy>
  <cp:revision>1</cp:revision>
  <dcterms:created xsi:type="dcterms:W3CDTF">2026-04-04T21:20:25Z</dcterms:created>
  <dcterms:modified xsi:type="dcterms:W3CDTF">2026-04-04T21:20:25Z</dcterms:modified>
</cp:coreProperties>
</file>