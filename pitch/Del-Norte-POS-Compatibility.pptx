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274320"/>
            <a:ext cx="2011680" cy="11887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 WITH YOUR POS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Nighthawk Discount Card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supported POS systems. Every business welcome.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INTEGRATION TIERS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91440" cy="1051560"/>
          </a:xfrm>
          <a:prstGeom prst="rect">
            <a:avLst/>
          </a:prstGeom>
          <a:solidFill>
            <a:srgbClr val="1A7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Full API Integration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· Square · Clover · Shopify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auto-applies at POS when card is scanned. No manual entry.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8046720" cy="105156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377440"/>
            <a:ext cx="91440" cy="1051560"/>
          </a:xfrm>
          <a:prstGeom prst="rect">
            <a:avLst/>
          </a:prstGeom>
          <a:solidFill>
            <a:srgbClr val="CC88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468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Barcode Scan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C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 · Heartland · SpotOn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063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reads the barcode and applies the configured coupon automatically.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566160"/>
            <a:ext cx="91440" cy="10515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576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Manual Verification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POS · Cash register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2519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Cashier scans QR or views card on phone. Green verification screen confirms.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1: FULL API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applies automatically. Zero cashier action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71323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64008" cy="71323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QR scan → our server → promo code auto-applies to check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4708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Client ID, Client Secret, Restaurant GUID, promo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176272"/>
            <a:ext cx="8046720" cy="71323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176272"/>
            <a:ext cx="64008" cy="71323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221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45059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QR scan → customer identified → catalog discount applied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6517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Access Token, Location 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8046720" cy="71323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980944"/>
            <a:ext cx="64008" cy="71323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26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25526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QR scan → REST API applies discount to open order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4564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Merchant ID, API Access Token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8046720" cy="71323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785616"/>
            <a:ext cx="64008" cy="71323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8313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Shopify POS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059936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QR scan → discount code auto-entered via POS SDK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261104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Store domain, Admin API Access Token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2: BARCODE SCAN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scans the Code128 barcode on the card. Looks up coupon. Applies discount.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772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64008" cy="7772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Card ID barcode scanned as a coupon product → discount applied to order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848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Revel API URL, API Key, API Secret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8046720" cy="7772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468880"/>
            <a:ext cx="64008" cy="7772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14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Heartland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7889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Coupon code scanned via barcode or typed by cashier → discount applied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9992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Heartland API Key, Store 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8046720" cy="7772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383280"/>
            <a:ext cx="64008" cy="7772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7033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QR scan → discount pushed to location via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9136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SpotOn API Key, Location ID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3: MANUAL VERIFICATION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ANY POS or even cash registers. No tech setup required.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371600"/>
            <a:ext cx="320040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presents the card (digital or physical)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2103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Cashier scans the QR code with any camera or scanner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97280" y="2651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verification screen appears with cardholder name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" y="3200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Cashier applies discount manually in their POS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794760"/>
            <a:ext cx="411480" cy="411480"/>
          </a:xfrm>
          <a:prstGeom prst="ellipse">
            <a:avLst/>
          </a:prstGeom>
          <a:solidFill>
            <a:srgbClr val="C5A55A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97280" y="3749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is logged automatically for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CARD TECHNOLOGY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8988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(primary)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1527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Encodes: URL: /card/DN-XXXXXXXX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0" y="1389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with: Modern POS cameras, smartphones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8046720" cy="7772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585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Code128 Barcode (alternate)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8016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Encodes: Card ID: DN-XXXXXXXX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0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with: Legacy POS barcode scanners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2724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(tap)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8016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Encodes: Card ID: DN-XXXXXXXX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72000" y="3127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with: NFC-enabled payment terminals (iPhone 6s+)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8046720" cy="7772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9592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(show card)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280160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Encodes: Gold Nighthawk card on phone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0" y="3995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with: Any business, no tech needed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FAQ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80467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" cy="80467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70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Do I need to change my POS system?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No. The card works with whatever you have.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80467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11680"/>
            <a:ext cx="64008" cy="80467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848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Does this cost me anything?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No POS integration cost. Sponsorship fee covers everything.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8046720" cy="80467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926080"/>
            <a:ext cx="64008" cy="80467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992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 if my POS has no QR scanner?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Customer shows the card on phone. Cashier verifies visually.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8046720" cy="804672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840480"/>
            <a:ext cx="64008" cy="80467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136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Can I see how many customers used the card?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206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Yes. Private sponsor dashboard with visits, unique customers, and dates.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Nighthawk Card — POS Compatibility</dc:title>
  <dc:subject>PptxGenJS Presentation</dc:subject>
  <dc:creator>PptxGenJS</dc:creator>
  <cp:lastModifiedBy>PptxGenJS</cp:lastModifiedBy>
  <cp:revision>1</cp:revision>
  <dcterms:created xsi:type="dcterms:W3CDTF">2026-04-04T18:52:20Z</dcterms:created>
  <dcterms:modified xsi:type="dcterms:W3CDTF">2026-04-04T18:52:20Z</dcterms:modified>
</cp:coreProperties>
</file>