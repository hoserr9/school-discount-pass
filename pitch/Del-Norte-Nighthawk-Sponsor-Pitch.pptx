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8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1463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3152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Discount Card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731520" y="310896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 — 2026-2027 Season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Your business in every fan's pocket</a:t>
            </a:r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NIGHTHAWK DISCOUNT CARD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3474720" cy="19842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931920" y="2286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&gt;&gt;&gt;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029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0" y="1371600"/>
            <a:ext cx="2103120" cy="32552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person gets a physical card with a unique QR code. Scan it to add to Apple Wallet.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THE CUSTOMER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097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the QR code on their physical card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1874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their name and tap "Add to Apple Wallet"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69748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6517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card at participating businesses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34290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applied — simple, fast, no paper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731520"/>
            <a:ext cx="256032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YOU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listed on every digital card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574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196596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scans QR → you see this verification screen</a:t>
            </a:r>
            <a:endParaRPr lang="en-US" sz="14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34640"/>
            <a:ext cx="411480" cy="4114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71600" y="274320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visit tracked — you get usage reports</a:t>
            </a:r>
            <a:endParaRPr lang="en-US" sz="14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11880"/>
            <a:ext cx="411480" cy="41148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371600" y="35204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Integrates with your POS (Toast, Square, Clover, and more)</a:t>
            </a:r>
            <a:endParaRPr lang="en-US" sz="14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669280" y="1005840"/>
            <a:ext cx="2560320" cy="33284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BUSINESS ON EVERY CARD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097280"/>
            <a:ext cx="731520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physical card has a unique QR code on the back. Scan it to load the digital version into Apple Wallet.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DIGITAL BEATS PHYSICAL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solidFill>
            <a:srgbClr val="E8E0E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Card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lost, forgotten at home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in their phone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track usage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scan is tracked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7" name="Shape 15"/>
          <p:cNvSpPr/>
          <p:nvPr/>
        </p:nvSpPr>
        <p:spPr>
          <a:xfrm>
            <a:off x="475488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once printed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new deals anytime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 impression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notifications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5" name="Shape 23"/>
          <p:cNvSpPr/>
          <p:nvPr/>
        </p:nvSpPr>
        <p:spPr>
          <a:xfrm>
            <a:off x="475488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Printing costs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printing costs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2D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365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PUSH PROMOTIONS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14630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Game Changer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limited-time promotions directly to every cardholder's phone.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097280" y="201168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97280" y="201168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1463040" y="20116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Day Special: 20% off at Board &amp; Brew — tonight only!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97280" y="265176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97280" y="265176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1" name="Text 8"/>
          <p:cNvSpPr/>
          <p:nvPr/>
        </p:nvSpPr>
        <p:spPr>
          <a:xfrm>
            <a:off x="1463040" y="2651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Homecoming Weekend: Buy one get one at Baskin Robbins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097280" y="329184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97280" y="329184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1"/>
          <p:cNvSpPr/>
          <p:nvPr/>
        </p:nvSpPr>
        <p:spPr>
          <a:xfrm>
            <a:off x="1463040" y="3291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of Season: Double discount at all sponsors this week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Cardholders get a lock-screen notification and their card updates automatically.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SPONSORS GET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61872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Visibility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371600" y="1481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every digital card — hundreds of fans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47672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874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371600" y="21671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deals pushed to every cardholder's phone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33472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160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Reports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1371600" y="28529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visits and unique customers on your own dashboard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19272"/>
            <a:ext cx="365760" cy="3657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37160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Goodwill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1371600" y="35387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supports local student athletes</a:t>
            </a:r>
            <a:endParaRPr lang="en-US" sz="12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05072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37160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Setup</a:t>
            </a:r>
            <a:endParaRPr lang="en-US" sz="1400" dirty="0"/>
          </a:p>
        </p:txBody>
      </p:sp>
      <p:sp>
        <p:nvSpPr>
          <p:cNvPr id="18" name="Text 11"/>
          <p:cNvSpPr/>
          <p:nvPr/>
        </p:nvSpPr>
        <p:spPr>
          <a:xfrm>
            <a:off x="1371600" y="42245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app, no POS integration, no tech hassle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WORKS WITH YOUR POS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8046720" cy="100584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188720"/>
            <a:ext cx="64008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API Integration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5544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Toast, Square, Clover, Shopify — discount applies automatically at the POS when the card is scanned. No manual entry.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8046720" cy="100584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377440"/>
            <a:ext cx="64008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423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Barcode Scan Integration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743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Revel, Heartland, SpotOn — POS reads the barcode on the card and applies the configured coupon.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8046720" cy="100584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566160"/>
            <a:ext cx="64008" cy="100584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Other POS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39319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Cashier scans the QR code or views the card on the customer's phone. Verification screen confirms the card is valid.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configure everything for you. No tech changes needed at your business.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SECURE &amp; PRIVATE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14400"/>
            <a:ext cx="8046720" cy="530352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914400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9144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Cryptographic IDs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566160" y="91440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card has a one-of-a-kind ID that can't be guessed, copied, or faked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8046720" cy="530352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1554480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55448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Anti-Sharing Protection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66160" y="155448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 scanned too many times get flagged automatically with a warning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194560"/>
            <a:ext cx="8046720" cy="530352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194560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19456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Verification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66160" y="219456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Cashier sees the cardholder's name on the verification screen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834640"/>
            <a:ext cx="8046720" cy="530352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834640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283464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Data Is Yours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66160" y="283464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Sponsors only see their own analytics — never other sponsors' data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474720"/>
            <a:ext cx="8046720" cy="530352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474720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347472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Personal Data Collected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66160" y="347472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emails, phone numbers, or payment info — just an optional name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114800"/>
            <a:ext cx="8046720" cy="530352"/>
          </a:xfrm>
          <a:prstGeom prst="rect">
            <a:avLst/>
          </a:prstGeom>
          <a:solidFill>
            <a:srgbClr val="0A1A35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4114800"/>
            <a:ext cx="64008" cy="5303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41148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Encrypted &amp; Compliant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566160" y="411480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everywhere, CCPA compliant, hosted on secure cloud infrastructure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OWN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to view their analytics.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280160"/>
            <a:ext cx="73152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CURRENT SPONSORS (2026-2027)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Baskin Robbins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Harland Brewing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&amp; Brew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L&amp;L Hawaiian Barbecue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747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Coffee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Rosinas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747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747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Donut Touch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Sushi Ren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315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315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Flippin Pizza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747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4747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Table Pizza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them and put your business in front of the entire Nighthawk community.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SPONSORSHIP TIERS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05840"/>
            <a:ext cx="2651760" cy="10972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GOLD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at top of card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push promotions/month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usage reports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886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on game day materials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2900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29000" y="1005840"/>
            <a:ext cx="2651760" cy="1097280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SILVER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2900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$250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70332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0332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push promotion/month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0332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usage reports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005840"/>
            <a:ext cx="2651760" cy="1097280"/>
          </a:xfrm>
          <a:prstGeom prst="rect">
            <a:avLst/>
          </a:prstGeom>
          <a:solidFill>
            <a:srgbClr val="CD7F32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BRONZE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30936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$100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658368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usage reports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GET STARTED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645920" y="1371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sponsorship tier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05740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0116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your discount offer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14400" y="269748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26517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add your business to the card — live immediately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45920" y="32918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cardholders get a push notification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14400" y="397764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39319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seeing customers with the Nighthawk Card</a:t>
            </a:r>
            <a:endParaRPr lang="en-US" sz="15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80160"/>
            <a:ext cx="1645920" cy="164592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858000" y="2926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QR Code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 NORTE HIGH SCHOOL FOOTBALL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Nighthawk Discount Card Program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200400" y="31089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Support student athletes. Drive customers to your door.</a:t>
            </a:r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sponsorships subject to Terms &amp; Conditions, Privacy Policy, and Sponsor Agreement.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Sponsor Pitch</dc:title>
  <dc:subject>PptxGenJS Presentation</dc:subject>
  <dc:creator>Del Norte HS Football</dc:creator>
  <cp:lastModifiedBy>Del Norte HS Football</cp:lastModifiedBy>
  <cp:revision>1</cp:revision>
  <dcterms:created xsi:type="dcterms:W3CDTF">2026-04-04T21:27:14Z</dcterms:created>
  <dcterms:modified xsi:type="dcterms:W3CDTF">2026-04-04T21:27:14Z</dcterms:modified>
</cp:coreProperties>
</file>