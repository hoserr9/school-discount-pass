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0" y="274320"/>
            <a:ext cx="2011680" cy="1188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9144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800" kern="0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NORTE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731520" y="14630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NIGHTHAWK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731520" y="22860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Discount Card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731520" y="3108960"/>
            <a:ext cx="2286000" cy="36576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3383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Norte High School Football — 2026-2027 Season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39319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C5A55A"/>
                </a:solidFill>
              </a:rPr>
              <a:t>"</a:t>
            </a:r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</a:rPr>
              <a:t>Your business in every fan's pocket</a:t>
            </a:r>
            <a:pPr indent="0" marL="0">
              <a:buNone/>
            </a:pPr>
            <a:r>
              <a:rPr lang="en-US" sz="2800" dirty="0">
                <a:solidFill>
                  <a:srgbClr val="C5A55A"/>
                </a:solidFill>
              </a:rPr>
              <a:t>"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NIGHTHAWK DISCOUNT CARD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Card</a:t>
            </a:r>
            <a:endParaRPr lang="en-US" sz="13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463040"/>
            <a:ext cx="3474720" cy="19842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931920" y="22860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&gt;&gt;&gt;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02920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Wallet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0" y="1371600"/>
            <a:ext cx="2103120" cy="325526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31520" y="4572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card. Now digital. Always in their phone.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IT WORKS — FOR THE CUSTOMER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457200" cy="457200"/>
          </a:xfrm>
          <a:prstGeom prst="ellipse">
            <a:avLst/>
          </a:prstGeom>
          <a:solidFill>
            <a:srgbClr val="C5A55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43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63040" y="10972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the QR code on their physical card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1920240"/>
            <a:ext cx="457200" cy="457200"/>
          </a:xfrm>
          <a:prstGeom prst="ellipse">
            <a:avLst/>
          </a:prstGeom>
          <a:solidFill>
            <a:srgbClr val="C5A55A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63040" y="18745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 their name and tap "Add to Apple Wallet"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2697480"/>
            <a:ext cx="457200" cy="457200"/>
          </a:xfrm>
          <a:prstGeom prst="ellipse">
            <a:avLst/>
          </a:prstGeom>
          <a:solidFill>
            <a:srgbClr val="C5A55A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63040" y="265176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the card at participating businesses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3474720"/>
            <a:ext cx="457200" cy="457200"/>
          </a:xfrm>
          <a:prstGeom prst="ellipse">
            <a:avLst/>
          </a:prstGeom>
          <a:solidFill>
            <a:srgbClr val="C5A55A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63040" y="342900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Discount applied — simple, fast, no paper</a:t>
            </a:r>
            <a:endParaRPr lang="en-US" sz="14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0" y="731520"/>
            <a:ext cx="2560320" cy="35204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IT WORKS — FOR YOU</a:t>
            </a:r>
            <a:endParaRPr lang="en-US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280160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1600" y="118872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business listed on every digital card</a:t>
            </a:r>
            <a:endParaRPr lang="en-US" sz="14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57400"/>
            <a:ext cx="411480" cy="4114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71600" y="196596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scans QR → you see this verification screen</a:t>
            </a:r>
            <a:endParaRPr lang="en-US" sz="14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834640"/>
            <a:ext cx="411480" cy="41148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371600" y="274320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visit tracked — you get usage reports</a:t>
            </a:r>
            <a:endParaRPr lang="en-US" sz="140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611880"/>
            <a:ext cx="411480" cy="41148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371600" y="352044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POS changes — cashier just scans and applies discount</a:t>
            </a:r>
            <a:endParaRPr lang="en-US" sz="1400" dirty="0"/>
          </a:p>
        </p:txBody>
      </p:sp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5669280" y="1005840"/>
            <a:ext cx="2560320" cy="33284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YOUR BUSINESS ON EVERY CARD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1097280"/>
            <a:ext cx="7315200" cy="3657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31520" y="4572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4B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card has a unique QR code linking the physical card to Apple Wallet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DIGITAL BEATS PHYSICAL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3657600" cy="457200"/>
          </a:xfrm>
          <a:prstGeom prst="rect">
            <a:avLst/>
          </a:prstGeom>
          <a:solidFill>
            <a:srgbClr val="E8E0E0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88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Card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754880" y="1188720"/>
            <a:ext cx="3657600" cy="45720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0" y="1188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Card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1737360"/>
            <a:ext cx="3657600" cy="502920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9" name="Shape 7"/>
          <p:cNvSpPr/>
          <p:nvPr/>
        </p:nvSpPr>
        <p:spPr>
          <a:xfrm>
            <a:off x="4754880" y="1737360"/>
            <a:ext cx="3657600" cy="502920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17373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Gets lost, forgotten at home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937760" y="17373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in their phone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2286000"/>
            <a:ext cx="36576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4754880" y="2286000"/>
            <a:ext cx="36576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22860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way to track usage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37760" y="22860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scan is tracked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1520" y="2834640"/>
            <a:ext cx="3657600" cy="502920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17" name="Shape 15"/>
          <p:cNvSpPr/>
          <p:nvPr/>
        </p:nvSpPr>
        <p:spPr>
          <a:xfrm>
            <a:off x="4754880" y="2834640"/>
            <a:ext cx="3657600" cy="502920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283464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once printed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37760" y="283464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new deals anytime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1520" y="3383280"/>
            <a:ext cx="36576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754880" y="3383280"/>
            <a:ext cx="36576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33832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One-time impression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937760" y="33832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Ongoing notifications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31520" y="3931920"/>
            <a:ext cx="3657600" cy="502920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25" name="Shape 23"/>
          <p:cNvSpPr/>
          <p:nvPr/>
        </p:nvSpPr>
        <p:spPr>
          <a:xfrm>
            <a:off x="4754880" y="3931920"/>
            <a:ext cx="3657600" cy="502920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" y="39319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Printing costs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937760" y="39319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printing costs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2D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65760"/>
            <a:ext cx="548640" cy="548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463040" y="3657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PUSH PROMOTIONS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1463040" y="8229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4B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Game Changer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731520" y="1371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limited-time promotions directly to every cardholder's phone.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1097280" y="2011680"/>
            <a:ext cx="6949440" cy="502920"/>
          </a:xfrm>
          <a:prstGeom prst="rect">
            <a:avLst/>
          </a:prstGeom>
          <a:solidFill>
            <a:srgbClr val="001A3A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097280" y="2011680"/>
            <a:ext cx="64008" cy="50292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8" name="Text 5"/>
          <p:cNvSpPr/>
          <p:nvPr/>
        </p:nvSpPr>
        <p:spPr>
          <a:xfrm>
            <a:off x="1463040" y="201168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Day Special: 20% off at Board &amp; Brew — tonight only!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1097280" y="2651760"/>
            <a:ext cx="6949440" cy="502920"/>
          </a:xfrm>
          <a:prstGeom prst="rect">
            <a:avLst/>
          </a:prstGeom>
          <a:solidFill>
            <a:srgbClr val="001A3A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1097280" y="2651760"/>
            <a:ext cx="64008" cy="50292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1" name="Text 8"/>
          <p:cNvSpPr/>
          <p:nvPr/>
        </p:nvSpPr>
        <p:spPr>
          <a:xfrm>
            <a:off x="1463040" y="265176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Homecoming Weekend: Buy one get one at Baskin Robbins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1097280" y="3291840"/>
            <a:ext cx="6949440" cy="502920"/>
          </a:xfrm>
          <a:prstGeom prst="rect">
            <a:avLst/>
          </a:prstGeom>
          <a:solidFill>
            <a:srgbClr val="001A3A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1097280" y="3291840"/>
            <a:ext cx="64008" cy="50292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4" name="Text 11"/>
          <p:cNvSpPr/>
          <p:nvPr/>
        </p:nvSpPr>
        <p:spPr>
          <a:xfrm>
            <a:off x="1463040" y="329184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 of Season: Double discount at all sponsors this week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31520" y="40233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4B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Cardholders get a lock-screen notification and their card updates automatically.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SPONSORS GET</a:t>
            </a:r>
            <a:endParaRPr lang="en-US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261872"/>
            <a:ext cx="365760" cy="365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1600" y="11887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 Visibility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1371600" y="148132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every digital card — hundreds of fans</a:t>
            </a:r>
            <a:endParaRPr lang="en-US" sz="12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47672"/>
            <a:ext cx="365760" cy="3657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71600" y="18745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Promotions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1371600" y="216712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Featured deals pushed to every cardholder's phone</a:t>
            </a:r>
            <a:endParaRPr lang="en-US" sz="12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633472"/>
            <a:ext cx="365760" cy="36576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371600" y="2560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 Reports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1371600" y="285292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visits and unique customers on your own dashboard</a:t>
            </a:r>
            <a:endParaRPr lang="en-US" sz="12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319272"/>
            <a:ext cx="365760" cy="36576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371600" y="32461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Goodwill</a:t>
            </a:r>
            <a:endParaRPr lang="en-US" sz="1400" dirty="0"/>
          </a:p>
        </p:txBody>
      </p:sp>
      <p:sp>
        <p:nvSpPr>
          <p:cNvPr id="15" name="Text 9"/>
          <p:cNvSpPr/>
          <p:nvPr/>
        </p:nvSpPr>
        <p:spPr>
          <a:xfrm>
            <a:off x="1371600" y="353872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business supports local student athletes</a:t>
            </a:r>
            <a:endParaRPr lang="en-US" sz="120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005072"/>
            <a:ext cx="365760" cy="36576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371600" y="3931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Setup</a:t>
            </a:r>
            <a:endParaRPr lang="en-US" sz="1400" dirty="0"/>
          </a:p>
        </p:txBody>
      </p:sp>
      <p:sp>
        <p:nvSpPr>
          <p:cNvPr id="18" name="Text 11"/>
          <p:cNvSpPr/>
          <p:nvPr/>
        </p:nvSpPr>
        <p:spPr>
          <a:xfrm>
            <a:off x="1371600" y="422452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app, no POS integration, no tech hassle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YOUR OWN DASHBOARD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sponsor gets a private login to view their analytics.</a:t>
            </a:r>
            <a:endParaRPr lang="en-US" sz="13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1280160"/>
            <a:ext cx="731520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CURRENT SPONSORS (2026-2027)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28016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2801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Baskin Robbins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474720" y="128016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474720" y="128016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0" y="12801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Harland Brewing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17920" y="128016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0" y="12801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&amp; Brew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1520" y="210312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31520" y="210312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2103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L&amp;L Hawaiian Barbecue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474720" y="210312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474720" y="210312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0" y="2103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Kahoots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17920" y="210312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217920" y="210312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0" y="2103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Mostra Coffee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31520" y="292608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31520" y="292608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29260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Rosinas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474720" y="292608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474720" y="292608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7" name="Text 25"/>
          <p:cNvSpPr/>
          <p:nvPr/>
        </p:nvSpPr>
        <p:spPr>
          <a:xfrm>
            <a:off x="3657600" y="29260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Donut Touch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217920" y="292608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217920" y="292608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0" y="29260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Sushi Ren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731520" y="374904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731520" y="374904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3" name="Text 31"/>
          <p:cNvSpPr/>
          <p:nvPr/>
        </p:nvSpPr>
        <p:spPr>
          <a:xfrm>
            <a:off x="914400" y="37490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Flippin Pizza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474720" y="374904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3474720" y="374904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6" name="Text 34"/>
          <p:cNvSpPr/>
          <p:nvPr/>
        </p:nvSpPr>
        <p:spPr>
          <a:xfrm>
            <a:off x="3657600" y="37490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Table Pizza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31520" y="4572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 them and put your business in front of the entire Nighthawk community.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SPONSORSHIP TIERS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005840"/>
            <a:ext cx="2651760" cy="384048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005840"/>
            <a:ext cx="2651760" cy="10972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51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GOLD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$500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822960" y="23774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Featured at top of card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28803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push promotions/month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3832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usage reports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38862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 on game day materials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429000" y="1005840"/>
            <a:ext cx="2651760" cy="384048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429000" y="1005840"/>
            <a:ext cx="2651760" cy="1097280"/>
          </a:xfrm>
          <a:prstGeom prst="rect">
            <a:avLst/>
          </a:prstGeom>
          <a:solidFill>
            <a:srgbClr val="C0C0C0"/>
          </a:solidFill>
          <a:ln/>
        </p:spPr>
      </p:sp>
      <p:sp>
        <p:nvSpPr>
          <p:cNvPr id="14" name="Text 12"/>
          <p:cNvSpPr/>
          <p:nvPr/>
        </p:nvSpPr>
        <p:spPr>
          <a:xfrm>
            <a:off x="3429000" y="1051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SILVER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429000" y="1554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$250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3703320" y="23774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Listed on the card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703320" y="28803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push promotion/month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703320" y="33832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Quarterly usage reports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309360" y="1005840"/>
            <a:ext cx="2651760" cy="384048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09360" y="1005840"/>
            <a:ext cx="2651760" cy="1097280"/>
          </a:xfrm>
          <a:prstGeom prst="rect">
            <a:avLst/>
          </a:prstGeom>
          <a:solidFill>
            <a:srgbClr val="CD7F32"/>
          </a:solidFill>
          <a:ln/>
        </p:spPr>
      </p:sp>
      <p:sp>
        <p:nvSpPr>
          <p:cNvPr id="21" name="Text 19"/>
          <p:cNvSpPr/>
          <p:nvPr/>
        </p:nvSpPr>
        <p:spPr>
          <a:xfrm>
            <a:off x="6309360" y="1051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BRONZE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309360" y="1554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$100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6583680" y="23774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Listed on the card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583680" y="28803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Seasonal usage reports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TO GET STARTED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914400" y="1417320"/>
            <a:ext cx="457200" cy="457200"/>
          </a:xfrm>
          <a:prstGeom prst="ellipse">
            <a:avLst/>
          </a:prstGeom>
          <a:solidFill>
            <a:srgbClr val="002D62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645920" y="13716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your sponsorship tier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14400" y="2057400"/>
            <a:ext cx="457200" cy="457200"/>
          </a:xfrm>
          <a:prstGeom prst="ellipse">
            <a:avLst/>
          </a:prstGeom>
          <a:solidFill>
            <a:srgbClr val="002D62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645920" y="20116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 us your discount offer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914400" y="2697480"/>
            <a:ext cx="457200" cy="457200"/>
          </a:xfrm>
          <a:prstGeom prst="ellipse">
            <a:avLst/>
          </a:prstGeom>
          <a:solidFill>
            <a:srgbClr val="002D62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645920" y="26517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add your business to the card — live immediately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4400" y="3337560"/>
            <a:ext cx="457200" cy="457200"/>
          </a:xfrm>
          <a:prstGeom prst="ellipse">
            <a:avLst/>
          </a:prstGeom>
          <a:solidFill>
            <a:srgbClr val="002D62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645920" y="32918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cardholders get a push notification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914400" y="3977640"/>
            <a:ext cx="457200" cy="457200"/>
          </a:xfrm>
          <a:prstGeom prst="ellipse">
            <a:avLst/>
          </a:prstGeom>
          <a:solidFill>
            <a:srgbClr val="002D62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45920" y="39319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seeing customers with the Nighthawk Card</a:t>
            </a:r>
            <a:endParaRPr lang="en-US" sz="1500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1280160"/>
            <a:ext cx="1645920" cy="164592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6858000" y="29260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QR Code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0" y="365760"/>
            <a:ext cx="2743200" cy="1645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20116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DEL NORTE HIGH SCHOOL FOOTBALL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Nighthawk Discount Card Program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200400" y="3108960"/>
            <a:ext cx="2743200" cy="36576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34747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C5A55A"/>
                </a:solidFill>
              </a:rPr>
              <a:t>"</a:t>
            </a:r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</a:rPr>
              <a:t>Support student athletes. Drive customers to your door.</a:t>
            </a:r>
            <a:pPr algn="ctr" indent="0" marL="0">
              <a:buNone/>
            </a:pPr>
            <a:r>
              <a:rPr lang="en-US" sz="2800" dirty="0">
                <a:solidFill>
                  <a:srgbClr val="C5A55A"/>
                </a:solidFill>
              </a:rPr>
              <a:t>"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sponsorships subject to Terms &amp; Conditions, Privacy Policy, and Sponsor Agreement.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Nighthawk Digital Discount Card — Sponsor Pitch</dc:title>
  <dc:subject>PptxGenJS Presentation</dc:subject>
  <dc:creator>Del Norte HS Football</dc:creator>
  <cp:lastModifiedBy>Del Norte HS Football</cp:lastModifiedBy>
  <cp:revision>1</cp:revision>
  <dcterms:created xsi:type="dcterms:W3CDTF">2026-04-02T05:58:48Z</dcterms:created>
  <dcterms:modified xsi:type="dcterms:W3CDTF">2026-04-02T05:58:48Z</dcterms:modified>
</cp:coreProperties>
</file>