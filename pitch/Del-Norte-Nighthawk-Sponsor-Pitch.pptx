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54864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3152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Discount Card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731520" y="310896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 — 2026-2027 Season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Your business in every fan's pocket</a:t>
            </a:r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OPPORTUNITY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371600"/>
            <a:ext cx="64008" cy="1005840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60020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4630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With Them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828800" y="18288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cardholder carries your brand in their Apple Wallet — visible every time they open their phone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31520" y="2560320"/>
            <a:ext cx="7680960" cy="100584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2560320"/>
            <a:ext cx="64008" cy="1005840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78892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26517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Top-of-Mind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828800" y="30175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Unlike a physical card in a drawer, a digital card sends notifications and keeps your business front and center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3749040"/>
            <a:ext cx="7680960" cy="100584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3749040"/>
            <a:ext cx="64008" cy="1005840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397764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38404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Passionate Community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828800" y="42062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Football has a dedicated community of students, parents, alumni, and fans — your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THE CUSTOMER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14400" y="1234440"/>
            <a:ext cx="548640" cy="54864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0" y="11887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Fan visits our page or scans a link and taps "Add to Apple Wallet"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161288" y="1783080"/>
            <a:ext cx="54864" cy="320040"/>
          </a:xfrm>
          <a:prstGeom prst="rect">
            <a:avLst/>
          </a:prstGeom>
          <a:solidFill>
            <a:srgbClr val="C5A55A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2148840"/>
            <a:ext cx="548640" cy="54864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828800" y="21031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Nighthawk Discount Card appears in their Wallet — gold and navy, school branding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61288" y="2697480"/>
            <a:ext cx="54864" cy="320040"/>
          </a:xfrm>
          <a:prstGeom prst="rect">
            <a:avLst/>
          </a:prstGeom>
          <a:solidFill>
            <a:srgbClr val="C5A55A">
              <a:alpha val="6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3063240"/>
            <a:ext cx="548640" cy="54864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063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28800" y="30175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your business, they show the card or the cashier scans the QR code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161288" y="3611880"/>
            <a:ext cx="54864" cy="320040"/>
          </a:xfrm>
          <a:prstGeom prst="rect">
            <a:avLst/>
          </a:prstGeom>
          <a:solidFill>
            <a:srgbClr val="C5A55A">
              <a:alpha val="6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3977640"/>
            <a:ext cx="548640" cy="54864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828800" y="39319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is applied — simple, fast, no paper coupons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YOU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173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1371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name and discount are listed on the back of every digital card</a:t>
            </a:r>
            <a:endParaRPr lang="en-US" sz="15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457200" cy="457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645920" y="224028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customer scans the QR code at your location, that visit is tracked</a:t>
            </a:r>
            <a:endParaRPr lang="en-US" sz="15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457200" cy="4572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645920" y="310896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receive reports showing visits and unique customers from the program</a:t>
            </a:r>
            <a:endParaRPr lang="en-US" sz="15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023360"/>
            <a:ext cx="457200" cy="4572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645920" y="39776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POS changes needed — cashier just scans and applies the discount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DIGITAL BEATS PHYSICAL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657600" cy="54864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657600" cy="5486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097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Card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3657600" cy="54864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737360"/>
            <a:ext cx="3657600" cy="54864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373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lost, forgotten at home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in their phone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331720"/>
            <a:ext cx="3657600" cy="548640"/>
          </a:xfrm>
          <a:prstGeom prst="rect">
            <a:avLst/>
          </a:prstGeom>
          <a:solidFill>
            <a:srgbClr val="0E2040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2331720"/>
            <a:ext cx="3657600" cy="548640"/>
          </a:xfrm>
          <a:prstGeom prst="rect">
            <a:avLst/>
          </a:prstGeom>
          <a:solidFill>
            <a:srgbClr val="0E2040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track usage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is tracked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2926080"/>
            <a:ext cx="3657600" cy="54864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2926080"/>
            <a:ext cx="3657600" cy="54864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926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— can't change once printed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926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new deals anytime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520440"/>
            <a:ext cx="3657600" cy="548640"/>
          </a:xfrm>
          <a:prstGeom prst="rect">
            <a:avLst/>
          </a:prstGeom>
          <a:solidFill>
            <a:srgbClr val="0E2040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3520440"/>
            <a:ext cx="3657600" cy="548640"/>
          </a:xfrm>
          <a:prstGeom prst="rect">
            <a:avLst/>
          </a:prstGeom>
          <a:solidFill>
            <a:srgbClr val="0E204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520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 impression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520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notifications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4114800"/>
            <a:ext cx="3657600" cy="54864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25" name="Shape 23"/>
          <p:cNvSpPr/>
          <p:nvPr/>
        </p:nvSpPr>
        <p:spPr>
          <a:xfrm>
            <a:off x="4754880" y="4114800"/>
            <a:ext cx="3657600" cy="54864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114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Printing costs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4114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printing costs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2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365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PUSH PROMOTIONS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14630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Game Changer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limited-time promotions directly to every cardholder's phone.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097280" y="2103120"/>
            <a:ext cx="6949440" cy="59436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97280" y="2103120"/>
            <a:ext cx="64008" cy="59436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1463040" y="210312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Day Special: 20% off at Board &amp; Brew — tonight only!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97280" y="2834640"/>
            <a:ext cx="6949440" cy="59436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97280" y="2834640"/>
            <a:ext cx="64008" cy="59436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8"/>
          <p:cNvSpPr/>
          <p:nvPr/>
        </p:nvSpPr>
        <p:spPr>
          <a:xfrm>
            <a:off x="1463040" y="283464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Homecoming Weekend: Buy one get one at Baskin Robbins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097280" y="3566160"/>
            <a:ext cx="6949440" cy="59436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97280" y="3566160"/>
            <a:ext cx="64008" cy="59436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1"/>
          <p:cNvSpPr/>
          <p:nvPr/>
        </p:nvSpPr>
        <p:spPr>
          <a:xfrm>
            <a:off x="1463040" y="356616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Season: Double discount at all sponsors this week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41148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Cardholders get a lock-screen notification and their card updates automatically.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drives real foot traffic to your business on the days that matter most.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SPONSORS GET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353312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54480" y="1280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Visibility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554480" y="15727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every digital card — hundreds of fans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84832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2011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 Access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554480" y="23042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 featured promotion before game days or events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816352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2743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Reports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1554480" y="303580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exactly how many customers used the card at your business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547872"/>
            <a:ext cx="411480" cy="4114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54480" y="3474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Goodwill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1554480" y="3767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supports local student athletes</a:t>
            </a:r>
            <a:endParaRPr lang="en-US" sz="12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279392"/>
            <a:ext cx="411480" cy="41148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55448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Setup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1554480" y="44988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app, no POS integration, no tech hassle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TRACKING &amp; REPORTING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QR code scan is logged with date and time.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2468880" cy="182880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45920"/>
            <a:ext cx="24688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Total Visits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cardholders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1645920"/>
            <a:ext cx="2468880" cy="182880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0" y="1645920"/>
            <a:ext cx="24688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8288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Unique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Customers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card IDs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645920"/>
            <a:ext cx="2468880" cy="182880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0" y="1645920"/>
            <a:ext cx="24688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8288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Busiest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Days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21792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traffic times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data to measure ROI and plan future promotions.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CURRENT SPONSORS (2026-2027)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Baskin Robbins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Harland Brewing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&amp; Brew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L&amp;L Hawaiian Barbecue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747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Coffee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Rosinas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747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747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Donut Touch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Sushi Ken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315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315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Flippin Pizza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47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4747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Table Pizza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them and put your business in front of the entire Nighthawk community.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SPONSORSHIP TIERS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05840"/>
            <a:ext cx="2651760" cy="10972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GOLD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at the top of the card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2834640"/>
            <a:ext cx="2103120" cy="9144"/>
          </a:xfrm>
          <a:prstGeom prst="rect">
            <a:avLst/>
          </a:prstGeom>
          <a:solidFill>
            <a:srgbClr val="1E2A42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push promotions per month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383280"/>
            <a:ext cx="2103120" cy="9144"/>
          </a:xfrm>
          <a:prstGeom prst="rect">
            <a:avLst/>
          </a:prstGeom>
          <a:solidFill>
            <a:srgbClr val="1E2A4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474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usage reports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3931920"/>
            <a:ext cx="2103120" cy="9144"/>
          </a:xfrm>
          <a:prstGeom prst="rect">
            <a:avLst/>
          </a:prstGeom>
          <a:solidFill>
            <a:srgbClr val="1E2A42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0233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on game day materials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2900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29000" y="1005840"/>
            <a:ext cx="2651760" cy="1097280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SILVER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42900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$250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370332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703320" y="2834640"/>
            <a:ext cx="2103120" cy="9144"/>
          </a:xfrm>
          <a:prstGeom prst="rect">
            <a:avLst/>
          </a:prstGeom>
          <a:solidFill>
            <a:srgbClr val="1E2A42"/>
          </a:solidFill>
          <a:ln/>
        </p:spPr>
      </p:sp>
      <p:sp>
        <p:nvSpPr>
          <p:cNvPr id="21" name="Text 19"/>
          <p:cNvSpPr/>
          <p:nvPr/>
        </p:nvSpPr>
        <p:spPr>
          <a:xfrm>
            <a:off x="370332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push promotion per month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03320" y="3383280"/>
            <a:ext cx="2103120" cy="9144"/>
          </a:xfrm>
          <a:prstGeom prst="rect">
            <a:avLst/>
          </a:prstGeom>
          <a:solidFill>
            <a:srgbClr val="1E2A42"/>
          </a:solidFill>
          <a:ln/>
        </p:spPr>
      </p:sp>
      <p:sp>
        <p:nvSpPr>
          <p:cNvPr id="23" name="Text 21"/>
          <p:cNvSpPr/>
          <p:nvPr/>
        </p:nvSpPr>
        <p:spPr>
          <a:xfrm>
            <a:off x="3703320" y="3474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usage reports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0936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09360" y="1005840"/>
            <a:ext cx="2651760" cy="1097280"/>
          </a:xfrm>
          <a:prstGeom prst="rect">
            <a:avLst/>
          </a:prstGeom>
          <a:solidFill>
            <a:srgbClr val="CD7F32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BRONZE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30936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$100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658368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583680" y="2834640"/>
            <a:ext cx="2103120" cy="9144"/>
          </a:xfrm>
          <a:prstGeom prst="rect">
            <a:avLst/>
          </a:prstGeom>
          <a:solidFill>
            <a:srgbClr val="1E2A42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usage reports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GET STARTED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45920" y="1371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sponsorship tier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1031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0574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your discount offer (e.g., 10% off, BOGO, etc.)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" y="27889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add your business to the card — it goes live immediately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34747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45920" y="34290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cardholders get a push notification about your business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14400" y="41605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4114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seeing customers walk in with the Nighthawk Card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73152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 NORTE HIGH SCHOOL FOOTBALL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Nighthawk Discount Card Program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200400" y="31089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Support student athletes. Drive customers to your door.</a:t>
            </a:r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us to get started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 Norte Nighthawk Digital Discount Card — Sponsor Pitch</dc:title>
  <dc:subject>PptxGenJS Presentation</dc:subject>
  <dc:creator>Del Norte HS Football</dc:creator>
  <cp:lastModifiedBy>Del Norte HS Football</cp:lastModifiedBy>
  <cp:revision>1</cp:revision>
  <dcterms:created xsi:type="dcterms:W3CDTF">2026-04-01T16:48:37Z</dcterms:created>
  <dcterms:modified xsi:type="dcterms:W3CDTF">2026-04-01T16:48:37Z</dcterms:modified>
</cp:coreProperties>
</file>