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74320"/>
            <a:ext cx="201168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NORTE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NIGHTHAWK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Discount Card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22860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Norte High School Football — 2026-2027 Season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5A55A"/>
                </a:solidFill>
              </a:rPr>
              <a:t>"</a:t>
            </a:r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Your business in every fan's pocket</a:t>
            </a:r>
            <a:pPr indent="0" marL="0">
              <a:buNone/>
            </a:pPr>
            <a:r>
              <a:rPr lang="en-US" sz="2800" dirty="0">
                <a:solidFill>
                  <a:srgbClr val="C5A55A"/>
                </a:solidFill>
              </a:rPr>
              <a:t>"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NIGHTHAWK DISCOUNT 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Card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3474720" cy="19842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0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Wallet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0" y="1371600"/>
            <a:ext cx="2103120" cy="32552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card. Now digital. Always in their phone.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FOR THE CUSTOMER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57200" cy="45720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QR code on their physical card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their name and tap "Add to Apple Wallet"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card at participating businesses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29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applied — simple, fast, no paper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731520"/>
            <a:ext cx="256032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FOR YOU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887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business listed on every digital card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9659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scans QR → you see this verification screen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3464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743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visit tracked — you get usage reports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11880"/>
            <a:ext cx="411480" cy="411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35204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POS changes — cashier just scans and applies discount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69280" y="1005840"/>
            <a:ext cx="2560320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BUSINESS ON EVERY CARD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097280"/>
            <a:ext cx="73152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card has a unique QR code linking the physical card to Apple Wallet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DIGITAL BEATS PHYSICAL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solidFill>
            <a:srgbClr val="E8E0E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657600" cy="50292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737360"/>
            <a:ext cx="3657600" cy="50292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lost, forgotten at home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in their phone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28600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track usage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scan is tracked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3657600" cy="50292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834640"/>
            <a:ext cx="3657600" cy="50292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once printed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new deals anytime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338328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impression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notifications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3657600" cy="50292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931920"/>
            <a:ext cx="3657600" cy="50292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costs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printing costs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 PROMOTIONS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46304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Changer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limited-time promotions directly to every cardholder's phone.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97280" y="2011680"/>
            <a:ext cx="6949440" cy="502920"/>
          </a:xfrm>
          <a:prstGeom prst="rect">
            <a:avLst/>
          </a:prstGeom>
          <a:solidFill>
            <a:srgbClr val="001A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011680"/>
            <a:ext cx="64008" cy="5029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2011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Day Special: 20% off at Board &amp; Brew — tonight only!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97280" y="2651760"/>
            <a:ext cx="6949440" cy="502920"/>
          </a:xfrm>
          <a:prstGeom prst="rect">
            <a:avLst/>
          </a:prstGeom>
          <a:solidFill>
            <a:srgbClr val="001A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7280" y="2651760"/>
            <a:ext cx="64008" cy="5029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2651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Homecoming Weekend: Buy one get one at Baskin Robbins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97280" y="3291840"/>
            <a:ext cx="6949440" cy="502920"/>
          </a:xfrm>
          <a:prstGeom prst="rect">
            <a:avLst/>
          </a:prstGeom>
          <a:solidFill>
            <a:srgbClr val="001A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97280" y="3291840"/>
            <a:ext cx="64008" cy="5029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1"/>
          <p:cNvSpPr/>
          <p:nvPr/>
        </p:nvSpPr>
        <p:spPr>
          <a:xfrm>
            <a:off x="1463040" y="3291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Season: Double discount at all sponsors this week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Cardholders get a lock-screen notification and their card updates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SPONSORS GET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61872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Visibility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digital card — hundreds of fans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4767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Promotions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71600" y="2167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deals pushed to every cardholder's phone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3347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Reports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371600" y="2852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visits and unique customers on your own dashboard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19272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Goodwill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371600" y="35387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business supports local student athletes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05072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16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Setup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371600" y="42245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app, no POS integration, no tech hassle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OWN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sponsor gets a private login to view their analytics.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28016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SPONSORS (2026-2027)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Baskin Robbins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28016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Harland Brewing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28016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Brew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10312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L&amp;L Hawaiian Barbecue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210312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210312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10312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Coffee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292608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92608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Rosinas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92608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292608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Touch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292608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92608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Sushi Ken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374904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374904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Flippin Pizza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74720" y="3749040"/>
            <a:ext cx="2468880" cy="64008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0" y="3749040"/>
            <a:ext cx="54864" cy="640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Table Pizza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them and put your business in front of the entire Nighthawk community.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SPONSORSHIP TIERS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51760" cy="384048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2651760" cy="10972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at top of card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push promotions/month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usage reports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on game day materials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005840"/>
            <a:ext cx="2651760" cy="384048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005840"/>
            <a:ext cx="2651760" cy="109728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051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70332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 on the card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push promotion/month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usage reports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005840"/>
            <a:ext cx="2651760" cy="384048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005840"/>
            <a:ext cx="2651760" cy="109728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051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BRONZE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58368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 on the card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usage reports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GET STARTED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457200" cy="45720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sponsorship tier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your discount offer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697480"/>
            <a:ext cx="457200" cy="45720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add your business to the card — live immediately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291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cardholders get a push notification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931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seeing customers with the Nighthawk Card</a:t>
            </a:r>
            <a:endParaRPr lang="en-US" sz="15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80160"/>
            <a:ext cx="1645920" cy="1645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8580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QR Code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365760"/>
            <a:ext cx="274320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NORTE HIGH SCHOOL FOOTBALL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Nighthawk Discount Card Program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5A55A"/>
                </a:solidFill>
              </a:rPr>
              <a:t>"</a:t>
            </a:r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Support student athletes. Drive customers to your door.</a:t>
            </a:r>
            <a:pPr algn="ctr" indent="0" marL="0">
              <a:buNone/>
            </a:pPr>
            <a:r>
              <a:rPr lang="en-US" sz="2800" dirty="0">
                <a:solidFill>
                  <a:srgbClr val="C5A55A"/>
                </a:solidFill>
              </a:rPr>
              <a:t>"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sponsorships subject to Terms &amp; Conditions, Privacy Policy, and Sponsor Agreement.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Nighthawk Digital Discount Card — Sponsor Pitch</dc:title>
  <dc:subject>PptxGenJS Presentation</dc:subject>
  <dc:creator>Del Norte HS Football</dc:creator>
  <cp:lastModifiedBy>Del Norte HS Football</cp:lastModifiedBy>
  <cp:revision>1</cp:revision>
  <dcterms:created xsi:type="dcterms:W3CDTF">2026-04-01T19:24:01Z</dcterms:created>
  <dcterms:modified xsi:type="dcterms:W3CDTF">2026-04-01T19:24:01Z</dcterms:modified>
</cp:coreProperties>
</file>