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 gets a physical card with a unique QR code. Scan it to add to Apple Wallet.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Integrates with your POS (Toast, Square, Clover, and more)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physical card has a unique QR code on the back. Scan it to load the digital version into Apple Wallet.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WORKS WITH YOUR POS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API Integration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5544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Toast, Square, Clover, Shopify — discount applies automatically at the POS when the card is scanned. No manual entry.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804672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37744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Barcode Scan Integration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Revel, Heartland, SpotOn — POS reads the barcode on the card and applies the configured coupon.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804672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56616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Other POS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931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Cashier scans the QR code or views the card on the customer's phone. Verification screen confirms the card is valid.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configure everything for you. No tech changes needed at your business.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SECURE &amp; PRIVATE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1440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9144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Cryptographic IDs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66160" y="9144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card has a one-of-a-kind ID that can't be guessed, copied, or faked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55448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5544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Anti-Sharing Protection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155448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scanned too many times get flagged automatically with a warning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19456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1945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Verification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219456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Cashier sees the cardholder's name on the verification screen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83464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83464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8346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Is Yours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66160" y="283464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Sponsors only see their own analytics — never other sponsors' data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47472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4747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Personal Data Collected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66160" y="347472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emails, phone numbers, or payment info — just an optional name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11480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1148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&amp; Compliant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66160" y="41148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everywhere, CCPA compliant, hosted on secure cloud infrastructure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Ren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2026-04-04T02:00:20Z</dcterms:created>
  <dcterms:modified xsi:type="dcterms:W3CDTF">2026-04-04T02:00:20Z</dcterms:modified>
</cp:coreProperties>
</file>