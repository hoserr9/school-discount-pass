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card. Now digital. Always in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— cashier just scans and applies discount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unique QR code linking the physical card to Apple Wallet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Ken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2026-04-01T18:06:02Z</dcterms:created>
  <dcterms:modified xsi:type="dcterms:W3CDTF">2026-04-01T18:06:02Z</dcterms:modified>
</cp:coreProperties>
</file>