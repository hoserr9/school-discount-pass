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54864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OPPORTUNITY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002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463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With Them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18288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cardholder carries your brand in their Apple Wallet — visible every time they open their phone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2560320"/>
            <a:ext cx="768096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56032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8892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2651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Top-of-Mind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828800" y="30175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a physical card in a drawer, a digital card sends notifications and keeps your business front and center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749040"/>
            <a:ext cx="768096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74904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977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3840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Passionate Community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828800" y="42062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Football has a dedicated community of students, parents, alumni, and fans — your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14400" y="12344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11887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visits our page or scans a link and taps "Add to Apple Wallet"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61288" y="1783080"/>
            <a:ext cx="54864" cy="320040"/>
          </a:xfrm>
          <a:prstGeom prst="rect">
            <a:avLst/>
          </a:prstGeom>
          <a:solidFill>
            <a:srgbClr val="C5A55A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1488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2103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Nighthawk Discount Card appears in their Wallet — gold and navy, school branding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61288" y="2697480"/>
            <a:ext cx="54864" cy="320040"/>
          </a:xfrm>
          <a:prstGeom prst="rect">
            <a:avLst/>
          </a:prstGeom>
          <a:solidFill>
            <a:srgbClr val="C5A55A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0632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30175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your business, they show the card or the cashier scans the QR code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161288" y="3611880"/>
            <a:ext cx="54864" cy="320040"/>
          </a:xfrm>
          <a:prstGeom prst="rect">
            <a:avLst/>
          </a:prstGeom>
          <a:solidFill>
            <a:srgbClr val="C5A55A">
              <a:alpha val="6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9776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28800" y="39319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is applied — simple, fast, no paper coupons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371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name and discount are listed on the back of every digital card</a:t>
            </a:r>
            <a:endParaRPr lang="en-US" sz="1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45920" y="22402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customer scans the QR code at your location, that visit is tracked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457200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45920" y="310896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receive reports showing visits and unique customers from the program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023360"/>
            <a:ext cx="457200" cy="4572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645920" y="39776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needed — cashier just scans and applies the discount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5486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657600" cy="5486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097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33172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33172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92608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92608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926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— can't change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926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52044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520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520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11480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411480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103120"/>
            <a:ext cx="6949440" cy="59436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103120"/>
            <a:ext cx="64008" cy="5943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103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834640"/>
            <a:ext cx="6949440" cy="59436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834640"/>
            <a:ext cx="64008" cy="5943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8346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566160"/>
            <a:ext cx="6949440" cy="59436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566160"/>
            <a:ext cx="64008" cy="5943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5661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drives real foot traffic to your business on the days that matter most.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53312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554480" y="15727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8483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 Access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554480" y="23042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featured promotion before game days or events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16352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2743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554480" y="303580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exactly how many customers used the card at your business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547872"/>
            <a:ext cx="411480" cy="4114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5448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554480" y="3767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79392"/>
            <a:ext cx="411480" cy="4114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55448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554480" y="44988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TRACKING &amp; REPORTING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QR code scan is logged with date and time.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2468880" cy="18288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45920"/>
            <a:ext cx="24688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Total Visits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cardholders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468880" cy="18288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645920"/>
            <a:ext cx="24688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Unique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Customers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card IDs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645920"/>
            <a:ext cx="2468880" cy="18288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645920"/>
            <a:ext cx="24688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Busiest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1792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traffic times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data to measure ROI and plan future promotions.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Ken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the top of the card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283464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 per month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93192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70332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03320" y="283464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21" name="Text 19"/>
          <p:cNvSpPr/>
          <p:nvPr/>
        </p:nvSpPr>
        <p:spPr>
          <a:xfrm>
            <a:off x="370332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 per month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03320" y="338328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23" name="Text 21"/>
          <p:cNvSpPr/>
          <p:nvPr/>
        </p:nvSpPr>
        <p:spPr>
          <a:xfrm>
            <a:off x="3703320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658368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83680" y="283464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1031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574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 (e.g., 10% off, BOGO, etc.)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7889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it goes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4747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4290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 about your business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4114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walk in with the Nighthawk Card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73152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us to get started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 Norte 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2026-04-01T15:11:19Z</dcterms:created>
  <dcterms:modified xsi:type="dcterms:W3CDTF">2026-04-01T15:11:19Z</dcterms:modified>
</cp:coreProperties>
</file>