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9144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8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14630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731520" y="22860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Discount Card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731520" y="310896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3383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 — 2026-2027 Season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3931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Your business in every fan's pocket</a:t>
            </a:r>
            <a:pPr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NIGHTHAWK DISCOUNT CARD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1463040"/>
            <a:ext cx="3474720" cy="19842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931920" y="228600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&gt;&gt;&gt;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029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0" y="1371600"/>
            <a:ext cx="2103120" cy="325526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card. Now digital. Always in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THE CUSTOMER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31520" y="114300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0972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the QR code on their physical card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18745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their name and tap "Add to Apple Wallet"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31520" y="269748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265176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the card at participating businesses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474720"/>
            <a:ext cx="457200" cy="457200"/>
          </a:xfrm>
          <a:prstGeom prst="ellipse">
            <a:avLst/>
          </a:prstGeom>
          <a:solidFill>
            <a:srgbClr val="C5A55A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34290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Discount applied — simple, fast, no paper</a:t>
            </a:r>
            <a:endParaRPr lang="en-US" sz="140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43600" y="731520"/>
            <a:ext cx="2560320" cy="35204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IT WORKS — FOR YOU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80160"/>
            <a:ext cx="411480" cy="411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listed on every digital card</a:t>
            </a:r>
            <a:endParaRPr lang="en-US" sz="14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5740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96596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scans QR → you see this verification screen</a:t>
            </a:r>
            <a:endParaRPr lang="en-US" sz="14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834640"/>
            <a:ext cx="411480" cy="41148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1371600" y="274320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visit tracked — you get usage reports</a:t>
            </a:r>
            <a:endParaRPr lang="en-US" sz="1400" dirty="0"/>
          </a:p>
        </p:txBody>
      </p:sp>
      <p:pic>
        <p:nvPicPr>
          <p:cNvPr id="1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611880"/>
            <a:ext cx="411480" cy="41148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1371600" y="3520440"/>
            <a:ext cx="3931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POS changes — cashier just scans and applies discount</a:t>
            </a:r>
            <a:endParaRPr lang="en-US" sz="14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669280" y="1005840"/>
            <a:ext cx="2560320" cy="33284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BUSINESS ON EVERY CARD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097280"/>
            <a:ext cx="731520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has a unique QR code linking the physical card to Apple Wallet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DIGITAL BEATS PHYSICAL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solidFill>
            <a:srgbClr val="E8E0E0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0" y="1188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Card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0" y="173736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Gets lost, forgotten at home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1737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in their phone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754880" y="228600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way to track usage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2286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scan is tracked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7" name="Shape 15"/>
          <p:cNvSpPr/>
          <p:nvPr/>
        </p:nvSpPr>
        <p:spPr>
          <a:xfrm>
            <a:off x="4754880" y="283464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once printed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37760" y="2834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new deals anytime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3152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0" y="3383280"/>
            <a:ext cx="3657600" cy="5029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impression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93776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 notifications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5" name="Shape 23"/>
          <p:cNvSpPr/>
          <p:nvPr/>
        </p:nvSpPr>
        <p:spPr>
          <a:xfrm>
            <a:off x="4754880" y="3931920"/>
            <a:ext cx="3657600" cy="502920"/>
          </a:xfrm>
          <a:prstGeom prst="rect">
            <a:avLst/>
          </a:prstGeom>
          <a:solidFill>
            <a:srgbClr val="F8F6F2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Printing costs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937760" y="3931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printing costs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6576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63040" y="3657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PUSH PROMOTIONS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1463040" y="822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Game Changer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37160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limited-time promotions directly to every cardholder's phone.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097280" y="201168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097280" y="201168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8" name="Text 5"/>
          <p:cNvSpPr/>
          <p:nvPr/>
        </p:nvSpPr>
        <p:spPr>
          <a:xfrm>
            <a:off x="1463040" y="201168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Game Day Special: 20% off at Board &amp; Brew — tonight only!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097280" y="265176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1097280" y="265176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1" name="Text 8"/>
          <p:cNvSpPr/>
          <p:nvPr/>
        </p:nvSpPr>
        <p:spPr>
          <a:xfrm>
            <a:off x="1463040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Homecoming Weekend: Buy one get one at Baskin Robbins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1097280" y="3291840"/>
            <a:ext cx="6949440" cy="502920"/>
          </a:xfrm>
          <a:prstGeom prst="rect">
            <a:avLst/>
          </a:prstGeom>
          <a:solidFill>
            <a:srgbClr val="001A3A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1097280" y="3291840"/>
            <a:ext cx="64008" cy="50292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4" name="Text 11"/>
          <p:cNvSpPr/>
          <p:nvPr/>
        </p:nvSpPr>
        <p:spPr>
          <a:xfrm>
            <a:off x="1463040" y="3291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 of Season: Double discount at all sponsors this week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B9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Cardholders get a lock-screen notification and their card updates automatically.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SPONSORS GET</a:t>
            </a:r>
            <a:endParaRPr lang="en-US" sz="28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61872"/>
            <a:ext cx="365760" cy="365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11887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Visibility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14813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every digital card — hundreds of fans</a:t>
            </a:r>
            <a:endParaRPr lang="en-US" sz="12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47672"/>
            <a:ext cx="365760" cy="3657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18745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1371600" y="21671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deals pushed to every cardholder's phone</a:t>
            </a:r>
            <a:endParaRPr lang="en-US" sz="12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633472"/>
            <a:ext cx="365760" cy="3657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371600" y="2560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Reports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1371600" y="28529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visits and unique customers on your own dashboard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319272"/>
            <a:ext cx="365760" cy="3657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371600" y="32461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Goodwill</a:t>
            </a:r>
            <a:endParaRPr lang="en-US" sz="1400" dirty="0"/>
          </a:p>
        </p:txBody>
      </p:sp>
      <p:sp>
        <p:nvSpPr>
          <p:cNvPr id="15" name="Text 9"/>
          <p:cNvSpPr/>
          <p:nvPr/>
        </p:nvSpPr>
        <p:spPr>
          <a:xfrm>
            <a:off x="1371600" y="35387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business supports local student athletes</a:t>
            </a:r>
            <a:endParaRPr lang="en-US" sz="1200" dirty="0"/>
          </a:p>
        </p:txBody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4005072"/>
            <a:ext cx="365760" cy="365760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371600" y="3931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Setup</a:t>
            </a:r>
            <a:endParaRPr lang="en-US" sz="1400" dirty="0"/>
          </a:p>
        </p:txBody>
      </p:sp>
      <p:sp>
        <p:nvSpPr>
          <p:cNvPr id="18" name="Text 11"/>
          <p:cNvSpPr/>
          <p:nvPr/>
        </p:nvSpPr>
        <p:spPr>
          <a:xfrm>
            <a:off x="1371600" y="422452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app, no POS integration, no tech hassle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YOUR OWN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to view their analytics.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1280160"/>
            <a:ext cx="731520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CURRENT SPONSORS (2026-2027)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Baskin Robbins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4747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Harland Brewing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0" y="128016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2801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&amp; Brew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L&amp;L Hawaiian Barbecue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4747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4747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Kahoots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10312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217920" y="210312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0" y="21031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 Coffee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315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Rosinas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747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4747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Donut Touch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292608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217920" y="292608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0" y="292608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Sushi Ren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7315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315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3" name="Text 31"/>
          <p:cNvSpPr/>
          <p:nvPr/>
        </p:nvSpPr>
        <p:spPr>
          <a:xfrm>
            <a:off x="9144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Flippin Pizza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474720" y="3749040"/>
            <a:ext cx="2468880" cy="640080"/>
          </a:xfrm>
          <a:prstGeom prst="rect">
            <a:avLst/>
          </a:prstGeom>
          <a:solidFill>
            <a:srgbClr val="F5F0E6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474720" y="3749040"/>
            <a:ext cx="54864" cy="6400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6" name="Text 34"/>
          <p:cNvSpPr/>
          <p:nvPr/>
        </p:nvSpPr>
        <p:spPr>
          <a:xfrm>
            <a:off x="3657600" y="374904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Round Table Pizza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them and put your business in front of the entire Nighthawk community.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SPONSORSHIP TIERS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05840"/>
            <a:ext cx="2651760" cy="1097280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GOLD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$500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22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at top of card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push promotions/month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usage reports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8862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Logo on game day materials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2900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429000" y="1005840"/>
            <a:ext cx="2651760" cy="1097280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SILVER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2900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2D6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$250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37033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0332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push promotion/month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703320" y="338328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usage reports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1005840"/>
            <a:ext cx="2651760" cy="384048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005840"/>
            <a:ext cx="2651760" cy="1097280"/>
          </a:xfrm>
          <a:prstGeom prst="rect">
            <a:avLst/>
          </a:prstGeom>
          <a:solidFill>
            <a:srgbClr val="CD7F32"/>
          </a:solidFill>
          <a:ln/>
        </p:spPr>
      </p:sp>
      <p:sp>
        <p:nvSpPr>
          <p:cNvPr id="21" name="Text 19"/>
          <p:cNvSpPr/>
          <p:nvPr/>
        </p:nvSpPr>
        <p:spPr>
          <a:xfrm>
            <a:off x="6309360" y="10515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BRONZE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309360" y="1554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$100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65836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Listed on the card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83680" y="28803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 usage reports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HOW TO GET STARTED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41732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645920" y="1371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your sponsorship tier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645920" y="20116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us your discount offer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45920" y="26517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add your business to the card — live immediately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333756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645920" y="32918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cardholders get a push notification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14400" y="3977640"/>
            <a:ext cx="457200" cy="457200"/>
          </a:xfrm>
          <a:prstGeom prst="ellipse">
            <a:avLst/>
          </a:prstGeom>
          <a:solidFill>
            <a:srgbClr val="002D62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77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9319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seeing customers with the Nighthawk Card</a:t>
            </a:r>
            <a:endParaRPr lang="en-US" sz="1500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280160"/>
            <a:ext cx="1645920" cy="164592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QR Code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DEL NORTE HIGH SCHOOL FOOTBALL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Nighthawk Discount Card Program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200400" y="31089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</a:rPr>
              <a:t>Support student athletes. Drive customers to your door.</a:t>
            </a:r>
            <a:pPr algn="ctr" indent="0" marL="0">
              <a:buNone/>
            </a:pPr>
            <a:r>
              <a:rPr lang="en-US" sz="2800" dirty="0">
                <a:solidFill>
                  <a:srgbClr val="C5A55A"/>
                </a:solidFill>
              </a:rPr>
              <a:t>"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731520" y="4572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sponsorships subject to Terms &amp; Conditions, Privacy Policy, and Sponsor Agreement.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Sponsor Pitch</dc:title>
  <dc:subject>PptxGenJS Presentation</dc:subject>
  <dc:creator>Del Norte HS Football</dc:creator>
  <cp:lastModifiedBy>Del Norte HS Football</cp:lastModifiedBy>
  <cp:revision>1</cp:revision>
  <dcterms:created xsi:type="dcterms:W3CDTF">2026-04-02T05:33:11Z</dcterms:created>
  <dcterms:modified xsi:type="dcterms:W3CDTF">2026-04-02T05:33:11Z</dcterms:modified>
</cp:coreProperties>
</file>