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274320"/>
            <a:ext cx="2011680" cy="11887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PRIVACY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Nighthawk Discount Card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protect cardholders, sponsors, and data.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CARD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64008" cy="73152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Cryptographic IDs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1188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card has a one-of-a-kind 11-character ID generated using secure random bytes. Can't be guessed, copied, or faked.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73152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57400"/>
            <a:ext cx="64008" cy="73152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57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64-Character Auth Tokens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0574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digital card includes an authentication token that Apple Wallet uses to talk to our server. Never shown to anyone.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26080"/>
            <a:ext cx="64008" cy="73152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26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Anti-Screenshot Protection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926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Wallet barcodes animate live — screenshots capture a static image. Verification screen shows cardholder name for identity check.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8046720" cy="73152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94760"/>
            <a:ext cx="64008" cy="73152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94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Anti-Sharing Rate Limiting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3794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scanned 5+ times in 24 hours are flagged with a yellow warning. Rapid scans at different locations trigger alerts.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MINIMAL DATA COLLECTION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356616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3931920" cy="54864"/>
          </a:xfrm>
          <a:prstGeom prst="rect">
            <a:avLst/>
          </a:prstGeom>
          <a:solidFill>
            <a:srgbClr val="1A7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COLLECT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Cardholder name (optional)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Scan timestamps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Business name at scan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Device push token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IP address (fraud detection only)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3931920" cy="356616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88720"/>
            <a:ext cx="3931920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DON'T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Email addresses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Phone numbers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Payment info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GPS location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Contacts or photos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Browsing history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Social media accounts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ENCRYPTION &amp; INFRASTRUCTURE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Everywhere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71600" y="14813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communication uses TLS 1.3. Authentication tokens transmitted only over encrypted connections.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for NFC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371600" y="23042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communication uses Apple's secure element with RSA encryption.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260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834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Database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371600" y="31272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 is not publicly accessible. Only the server can read/write.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4904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Compliant Hosting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371600" y="39502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Railway.app with automatic SSL certificates and container isolation.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SPONSOR DATA ACCESS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sponsor sees only their own data. Never other sponsors' information.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329184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931920" cy="54864"/>
          </a:xfrm>
          <a:prstGeom prst="rect">
            <a:avLst/>
          </a:prstGeom>
          <a:solidFill>
            <a:srgbClr val="1A7A1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Total visits from cardholders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Number of unique card IDs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Visit dates and times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Anonymized card IDs (DN-XXXXXXXX)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Scan history (last 50)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329184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463040"/>
            <a:ext cx="3931920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SEE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Other sponsors'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Cardholder names (shown as IDs)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Cardholder contact info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Scans at other businesses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Admin controls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9144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CCPA (California Consumer Privacy Act)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Cardholders can request their data, request deletion, and we do not sell or share personal info for marketing.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91440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68880"/>
            <a:ext cx="64008" cy="9144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60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Children's Privacy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Minimized data collection for minors — only optional name. No email or phone. Parents can request deletion.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566160"/>
            <a:ext cx="64008" cy="9144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576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Wallet Guidelines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Passes signed with Apple-issued certificates. Follow Apple's programming guidelines and use official APNs channels.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DATA IS SAFE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data, strong encryption, clear boundaries.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protect cardholders, sponsors, and the school.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security policy available at [yoururl]/terms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Nighthawk Card — Security &amp; Privacy</dc:title>
  <dc:subject>PptxGenJS Presentation</dc:subject>
  <dc:creator>PptxGenJS</dc:creator>
  <cp:lastModifiedBy>PptxGenJS</cp:lastModifiedBy>
  <cp:revision>1</cp:revision>
  <dcterms:created xsi:type="dcterms:W3CDTF">2026-04-04T18:52:20Z</dcterms:created>
  <dcterms:modified xsi:type="dcterms:W3CDTF">2026-04-04T18:52:20Z</dcterms:modified>
</cp:coreProperties>
</file>